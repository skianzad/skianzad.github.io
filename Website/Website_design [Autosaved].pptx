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753600" cy="27940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673489" rtl="0" fontAlgn="auto" latinLnBrk="0" hangingPunct="0">
      <a:lnSpc>
        <a:spcPct val="100000"/>
      </a:lnSpc>
      <a:spcBef>
        <a:spcPts val="0"/>
      </a:spcBef>
      <a:spcAft>
        <a:spcPts val="0"/>
      </a:spcAft>
      <a:buClrTx/>
      <a:buSzTx/>
      <a:buFontTx/>
      <a:buNone/>
      <a:tabLst/>
      <a:defRPr kumimoji="0" sz="6800" b="1" i="0" u="none" strike="noStrike" cap="none" spc="0" normalizeH="0" baseline="0">
        <a:ln>
          <a:noFill/>
        </a:ln>
        <a:solidFill>
          <a:srgbClr val="FFFFFF"/>
        </a:solidFill>
        <a:effectLst/>
        <a:uFillTx/>
        <a:latin typeface="Helvetica Neue"/>
        <a:ea typeface="Helvetica Neue"/>
        <a:cs typeface="Helvetica Neue"/>
        <a:sym typeface="Helvetica Neue"/>
      </a:defRPr>
    </a:lvl1pPr>
    <a:lvl2pPr marL="0" marR="0" indent="228600" algn="ctr" defTabSz="1673489" rtl="0" fontAlgn="auto" latinLnBrk="0" hangingPunct="0">
      <a:lnSpc>
        <a:spcPct val="100000"/>
      </a:lnSpc>
      <a:spcBef>
        <a:spcPts val="0"/>
      </a:spcBef>
      <a:spcAft>
        <a:spcPts val="0"/>
      </a:spcAft>
      <a:buClrTx/>
      <a:buSzTx/>
      <a:buFontTx/>
      <a:buNone/>
      <a:tabLst/>
      <a:defRPr kumimoji="0" sz="6800" b="1" i="0" u="none" strike="noStrike" cap="none" spc="0" normalizeH="0" baseline="0">
        <a:ln>
          <a:noFill/>
        </a:ln>
        <a:solidFill>
          <a:srgbClr val="FFFFFF"/>
        </a:solidFill>
        <a:effectLst/>
        <a:uFillTx/>
        <a:latin typeface="Helvetica Neue"/>
        <a:ea typeface="Helvetica Neue"/>
        <a:cs typeface="Helvetica Neue"/>
        <a:sym typeface="Helvetica Neue"/>
      </a:defRPr>
    </a:lvl2pPr>
    <a:lvl3pPr marL="0" marR="0" indent="457200" algn="ctr" defTabSz="1673489" rtl="0" fontAlgn="auto" latinLnBrk="0" hangingPunct="0">
      <a:lnSpc>
        <a:spcPct val="100000"/>
      </a:lnSpc>
      <a:spcBef>
        <a:spcPts val="0"/>
      </a:spcBef>
      <a:spcAft>
        <a:spcPts val="0"/>
      </a:spcAft>
      <a:buClrTx/>
      <a:buSzTx/>
      <a:buFontTx/>
      <a:buNone/>
      <a:tabLst/>
      <a:defRPr kumimoji="0" sz="6800" b="1" i="0" u="none" strike="noStrike" cap="none" spc="0" normalizeH="0" baseline="0">
        <a:ln>
          <a:noFill/>
        </a:ln>
        <a:solidFill>
          <a:srgbClr val="FFFFFF"/>
        </a:solidFill>
        <a:effectLst/>
        <a:uFillTx/>
        <a:latin typeface="Helvetica Neue"/>
        <a:ea typeface="Helvetica Neue"/>
        <a:cs typeface="Helvetica Neue"/>
        <a:sym typeface="Helvetica Neue"/>
      </a:defRPr>
    </a:lvl3pPr>
    <a:lvl4pPr marL="0" marR="0" indent="685800" algn="ctr" defTabSz="1673489" rtl="0" fontAlgn="auto" latinLnBrk="0" hangingPunct="0">
      <a:lnSpc>
        <a:spcPct val="100000"/>
      </a:lnSpc>
      <a:spcBef>
        <a:spcPts val="0"/>
      </a:spcBef>
      <a:spcAft>
        <a:spcPts val="0"/>
      </a:spcAft>
      <a:buClrTx/>
      <a:buSzTx/>
      <a:buFontTx/>
      <a:buNone/>
      <a:tabLst/>
      <a:defRPr kumimoji="0" sz="6800" b="1" i="0" u="none" strike="noStrike" cap="none" spc="0" normalizeH="0" baseline="0">
        <a:ln>
          <a:noFill/>
        </a:ln>
        <a:solidFill>
          <a:srgbClr val="FFFFFF"/>
        </a:solidFill>
        <a:effectLst/>
        <a:uFillTx/>
        <a:latin typeface="Helvetica Neue"/>
        <a:ea typeface="Helvetica Neue"/>
        <a:cs typeface="Helvetica Neue"/>
        <a:sym typeface="Helvetica Neue"/>
      </a:defRPr>
    </a:lvl4pPr>
    <a:lvl5pPr marL="0" marR="0" indent="914400" algn="ctr" defTabSz="1673489" rtl="0" fontAlgn="auto" latinLnBrk="0" hangingPunct="0">
      <a:lnSpc>
        <a:spcPct val="100000"/>
      </a:lnSpc>
      <a:spcBef>
        <a:spcPts val="0"/>
      </a:spcBef>
      <a:spcAft>
        <a:spcPts val="0"/>
      </a:spcAft>
      <a:buClrTx/>
      <a:buSzTx/>
      <a:buFontTx/>
      <a:buNone/>
      <a:tabLst/>
      <a:defRPr kumimoji="0" sz="6800" b="1" i="0" u="none" strike="noStrike" cap="none" spc="0" normalizeH="0" baseline="0">
        <a:ln>
          <a:noFill/>
        </a:ln>
        <a:solidFill>
          <a:srgbClr val="FFFFFF"/>
        </a:solidFill>
        <a:effectLst/>
        <a:uFillTx/>
        <a:latin typeface="Helvetica Neue"/>
        <a:ea typeface="Helvetica Neue"/>
        <a:cs typeface="Helvetica Neue"/>
        <a:sym typeface="Helvetica Neue"/>
      </a:defRPr>
    </a:lvl5pPr>
    <a:lvl6pPr marL="0" marR="0" indent="1143000" algn="ctr" defTabSz="1673489" rtl="0" fontAlgn="auto" latinLnBrk="0" hangingPunct="0">
      <a:lnSpc>
        <a:spcPct val="100000"/>
      </a:lnSpc>
      <a:spcBef>
        <a:spcPts val="0"/>
      </a:spcBef>
      <a:spcAft>
        <a:spcPts val="0"/>
      </a:spcAft>
      <a:buClrTx/>
      <a:buSzTx/>
      <a:buFontTx/>
      <a:buNone/>
      <a:tabLst/>
      <a:defRPr kumimoji="0" sz="6800" b="1" i="0" u="none" strike="noStrike" cap="none" spc="0" normalizeH="0" baseline="0">
        <a:ln>
          <a:noFill/>
        </a:ln>
        <a:solidFill>
          <a:srgbClr val="FFFFFF"/>
        </a:solidFill>
        <a:effectLst/>
        <a:uFillTx/>
        <a:latin typeface="Helvetica Neue"/>
        <a:ea typeface="Helvetica Neue"/>
        <a:cs typeface="Helvetica Neue"/>
        <a:sym typeface="Helvetica Neue"/>
      </a:defRPr>
    </a:lvl6pPr>
    <a:lvl7pPr marL="0" marR="0" indent="1371600" algn="ctr" defTabSz="1673489" rtl="0" fontAlgn="auto" latinLnBrk="0" hangingPunct="0">
      <a:lnSpc>
        <a:spcPct val="100000"/>
      </a:lnSpc>
      <a:spcBef>
        <a:spcPts val="0"/>
      </a:spcBef>
      <a:spcAft>
        <a:spcPts val="0"/>
      </a:spcAft>
      <a:buClrTx/>
      <a:buSzTx/>
      <a:buFontTx/>
      <a:buNone/>
      <a:tabLst/>
      <a:defRPr kumimoji="0" sz="6800" b="1" i="0" u="none" strike="noStrike" cap="none" spc="0" normalizeH="0" baseline="0">
        <a:ln>
          <a:noFill/>
        </a:ln>
        <a:solidFill>
          <a:srgbClr val="FFFFFF"/>
        </a:solidFill>
        <a:effectLst/>
        <a:uFillTx/>
        <a:latin typeface="Helvetica Neue"/>
        <a:ea typeface="Helvetica Neue"/>
        <a:cs typeface="Helvetica Neue"/>
        <a:sym typeface="Helvetica Neue"/>
      </a:defRPr>
    </a:lvl7pPr>
    <a:lvl8pPr marL="0" marR="0" indent="1600200" algn="ctr" defTabSz="1673489" rtl="0" fontAlgn="auto" latinLnBrk="0" hangingPunct="0">
      <a:lnSpc>
        <a:spcPct val="100000"/>
      </a:lnSpc>
      <a:spcBef>
        <a:spcPts val="0"/>
      </a:spcBef>
      <a:spcAft>
        <a:spcPts val="0"/>
      </a:spcAft>
      <a:buClrTx/>
      <a:buSzTx/>
      <a:buFontTx/>
      <a:buNone/>
      <a:tabLst/>
      <a:defRPr kumimoji="0" sz="6800" b="1" i="0" u="none" strike="noStrike" cap="none" spc="0" normalizeH="0" baseline="0">
        <a:ln>
          <a:noFill/>
        </a:ln>
        <a:solidFill>
          <a:srgbClr val="FFFFFF"/>
        </a:solidFill>
        <a:effectLst/>
        <a:uFillTx/>
        <a:latin typeface="Helvetica Neue"/>
        <a:ea typeface="Helvetica Neue"/>
        <a:cs typeface="Helvetica Neue"/>
        <a:sym typeface="Helvetica Neue"/>
      </a:defRPr>
    </a:lvl8pPr>
    <a:lvl9pPr marL="0" marR="0" indent="1828800" algn="ctr" defTabSz="1673489" rtl="0" fontAlgn="auto" latinLnBrk="0" hangingPunct="0">
      <a:lnSpc>
        <a:spcPct val="100000"/>
      </a:lnSpc>
      <a:spcBef>
        <a:spcPts val="0"/>
      </a:spcBef>
      <a:spcAft>
        <a:spcPts val="0"/>
      </a:spcAft>
      <a:buClrTx/>
      <a:buSzTx/>
      <a:buFontTx/>
      <a:buNone/>
      <a:tabLst/>
      <a:defRPr kumimoji="0" sz="6800" b="1" i="0" u="none" strike="noStrike" cap="none" spc="0" normalizeH="0" baseline="0">
        <a:ln>
          <a:noFill/>
        </a:ln>
        <a:solidFill>
          <a:srgbClr val="FFFFFF"/>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FFFFFF"/>
      </a:tcTxStyle>
      <a:tcStyle>
        <a:tcBdr>
          <a:left>
            <a:ln w="3175" cap="flat">
              <a:solidFill>
                <a:srgbClr val="D6D7D6"/>
              </a:solidFill>
              <a:prstDash val="solid"/>
              <a:miter lim="400000"/>
            </a:ln>
          </a:left>
          <a:right>
            <a:ln w="3175" cap="flat">
              <a:solidFill>
                <a:srgbClr val="D6D7D6"/>
              </a:solidFill>
              <a:prstDash val="solid"/>
              <a:miter lim="400000"/>
            </a:ln>
          </a:right>
          <a:top>
            <a:ln w="3175" cap="flat">
              <a:solidFill>
                <a:srgbClr val="D6D7D6"/>
              </a:solidFill>
              <a:prstDash val="solid"/>
              <a:miter lim="400000"/>
            </a:ln>
          </a:top>
          <a:bottom>
            <a:ln w="3175" cap="flat">
              <a:solidFill>
                <a:srgbClr val="D6D7D6"/>
              </a:solidFill>
              <a:prstDash val="solid"/>
              <a:miter lim="400000"/>
            </a:ln>
          </a:bottom>
          <a:insideH>
            <a:ln w="3175" cap="flat">
              <a:solidFill>
                <a:srgbClr val="D6D7D6"/>
              </a:solidFill>
              <a:prstDash val="solid"/>
              <a:miter lim="400000"/>
            </a:ln>
          </a:insideH>
          <a:insideV>
            <a:ln w="3175" cap="flat">
              <a:solidFill>
                <a:srgbClr val="D6D7D6"/>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3175" cap="flat">
              <a:solidFill>
                <a:srgbClr val="D6D6D6"/>
              </a:solidFill>
              <a:prstDash val="solid"/>
              <a:miter lim="400000"/>
            </a:ln>
          </a:left>
          <a:right>
            <a:ln w="12700" cap="flat">
              <a:solidFill>
                <a:srgbClr val="D6D7D6"/>
              </a:solidFill>
              <a:prstDash val="solid"/>
              <a:miter lim="400000"/>
            </a:ln>
          </a:right>
          <a:top>
            <a:ln w="3175" cap="flat">
              <a:solidFill>
                <a:srgbClr val="D6D7D6"/>
              </a:solidFill>
              <a:prstDash val="solid"/>
              <a:miter lim="400000"/>
            </a:ln>
          </a:top>
          <a:bottom>
            <a:ln w="3175" cap="flat">
              <a:solidFill>
                <a:srgbClr val="D6D7D6"/>
              </a:solidFill>
              <a:prstDash val="solid"/>
              <a:miter lim="400000"/>
            </a:ln>
          </a:bottom>
          <a:insideH>
            <a:ln w="3175" cap="flat">
              <a:solidFill>
                <a:srgbClr val="D6D7D6"/>
              </a:solidFill>
              <a:prstDash val="solid"/>
              <a:miter lim="400000"/>
            </a:ln>
          </a:insideH>
          <a:insideV>
            <a:ln w="3175" cap="flat">
              <a:solidFill>
                <a:srgbClr val="D6D7D6"/>
              </a:solidFill>
              <a:prstDash val="solid"/>
              <a:miter lim="400000"/>
            </a:ln>
          </a:insideV>
        </a:tcBdr>
        <a:fill>
          <a:solidFill>
            <a:schemeClr val="accent1"/>
          </a:solidFill>
        </a:fill>
      </a:tcStyle>
    </a:firstCol>
    <a:lastRow>
      <a:tcTxStyle b="off" i="off">
        <a:font>
          <a:latin typeface="Helvetica Neue"/>
          <a:ea typeface="Helvetica Neue"/>
          <a:cs typeface="Helvetica Neue"/>
        </a:font>
        <a:srgbClr val="FFFFFF"/>
      </a:tcTxStyle>
      <a:tcStyle>
        <a:tcBdr>
          <a:left>
            <a:ln w="3175" cap="flat">
              <a:solidFill>
                <a:srgbClr val="D6D7D6"/>
              </a:solidFill>
              <a:prstDash val="solid"/>
              <a:miter lim="400000"/>
            </a:ln>
          </a:left>
          <a:right>
            <a:ln w="3175" cap="flat">
              <a:solidFill>
                <a:srgbClr val="D6D7D6"/>
              </a:solidFill>
              <a:prstDash val="solid"/>
              <a:miter lim="400000"/>
            </a:ln>
          </a:right>
          <a:top>
            <a:ln w="12700" cap="flat">
              <a:solidFill>
                <a:srgbClr val="D6D7D6"/>
              </a:solidFill>
              <a:prstDash val="solid"/>
              <a:miter lim="400000"/>
            </a:ln>
          </a:top>
          <a:bottom>
            <a:ln w="3175" cap="flat">
              <a:solidFill>
                <a:srgbClr val="D6D6D6"/>
              </a:solidFill>
              <a:prstDash val="solid"/>
              <a:miter lim="400000"/>
            </a:ln>
          </a:bottom>
          <a:insideH>
            <a:ln w="3175" cap="flat">
              <a:solidFill>
                <a:srgbClr val="D6D7D6"/>
              </a:solidFill>
              <a:prstDash val="solid"/>
              <a:miter lim="400000"/>
            </a:ln>
          </a:insideH>
          <a:insideV>
            <a:ln w="3175" cap="flat">
              <a:solidFill>
                <a:srgbClr val="D6D7D6"/>
              </a:solidFill>
              <a:prstDash val="solid"/>
              <a:miter lim="400000"/>
            </a:ln>
          </a:insideV>
        </a:tcBdr>
        <a:fill>
          <a:solidFill>
            <a:srgbClr val="032650"/>
          </a:solidFill>
        </a:fill>
      </a:tcStyle>
    </a:lastRow>
    <a:firstRow>
      <a:tcTxStyle b="on" i="off">
        <a:font>
          <a:latin typeface="Helvetica Neue"/>
          <a:ea typeface="Helvetica Neue"/>
          <a:cs typeface="Helvetica Neue"/>
        </a:font>
        <a:srgbClr val="FFFFFF"/>
      </a:tcTxStyle>
      <a:tcStyle>
        <a:tcBdr>
          <a:left>
            <a:ln w="3175" cap="flat">
              <a:solidFill>
                <a:srgbClr val="D6D7D6"/>
              </a:solidFill>
              <a:prstDash val="solid"/>
              <a:miter lim="400000"/>
            </a:ln>
          </a:left>
          <a:right>
            <a:ln w="3175" cap="flat">
              <a:solidFill>
                <a:srgbClr val="D6D7D6"/>
              </a:solidFill>
              <a:prstDash val="solid"/>
              <a:miter lim="400000"/>
            </a:ln>
          </a:right>
          <a:top>
            <a:ln w="3175" cap="flat">
              <a:solidFill>
                <a:srgbClr val="D6D6D6"/>
              </a:solidFill>
              <a:prstDash val="solid"/>
              <a:miter lim="400000"/>
            </a:ln>
          </a:top>
          <a:bottom>
            <a:ln w="12700" cap="flat">
              <a:solidFill>
                <a:srgbClr val="D6D7D6"/>
              </a:solidFill>
              <a:prstDash val="solid"/>
              <a:miter lim="400000"/>
            </a:ln>
          </a:bottom>
          <a:insideH>
            <a:ln w="3175" cap="flat">
              <a:solidFill>
                <a:srgbClr val="D6D7D6"/>
              </a:solidFill>
              <a:prstDash val="solid"/>
              <a:miter lim="400000"/>
            </a:ln>
          </a:insideH>
          <a:insideV>
            <a:ln w="3175" cap="flat">
              <a:solidFill>
                <a:srgbClr val="D6D7D6"/>
              </a:solidFill>
              <a:prstDash val="solid"/>
              <a:miter lim="400000"/>
            </a:ln>
          </a:insideV>
        </a:tcBdr>
        <a:fill>
          <a:solidFill>
            <a:srgbClr val="032650"/>
          </a:solidFill>
        </a:fill>
      </a:tcStyle>
    </a:firstRow>
  </a:tblStyle>
  <a:tblStyle styleId="{C7B018BB-80A7-4F77-B60F-C8B233D01FF8}" styleName="">
    <a:tblBg/>
    <a:wholeTbl>
      <a:tcTxStyle b="off" i="off">
        <a:font>
          <a:latin typeface="Helvetica Neue"/>
          <a:ea typeface="Helvetica Neue"/>
          <a:cs typeface="Helvetica Neue"/>
        </a:font>
        <a:srgbClr val="FFFFFF"/>
      </a:tcTxStyle>
      <a:tcStyle>
        <a:tcBdr>
          <a:left>
            <a:ln w="3175" cap="flat">
              <a:solidFill>
                <a:srgbClr val="929292"/>
              </a:solidFill>
              <a:prstDash val="solid"/>
              <a:miter lim="400000"/>
            </a:ln>
          </a:left>
          <a:right>
            <a:ln w="3175" cap="flat">
              <a:solidFill>
                <a:srgbClr val="929292"/>
              </a:solidFill>
              <a:prstDash val="solid"/>
              <a:miter lim="400000"/>
            </a:ln>
          </a:right>
          <a:top>
            <a:ln w="3175" cap="flat">
              <a:solidFill>
                <a:srgbClr val="929292"/>
              </a:solidFill>
              <a:prstDash val="solid"/>
              <a:miter lim="400000"/>
            </a:ln>
          </a:top>
          <a:bottom>
            <a:ln w="3175" cap="flat">
              <a:solidFill>
                <a:srgbClr val="929292"/>
              </a:solidFill>
              <a:prstDash val="solid"/>
              <a:miter lim="400000"/>
            </a:ln>
          </a:bottom>
          <a:insideH>
            <a:ln w="3175" cap="flat">
              <a:solidFill>
                <a:srgbClr val="929292"/>
              </a:solidFill>
              <a:prstDash val="solid"/>
              <a:miter lim="400000"/>
            </a:ln>
          </a:insideH>
          <a:insideV>
            <a:ln w="3175" cap="flat">
              <a:solidFill>
                <a:srgbClr val="929292"/>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rgbClr val="084E00"/>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3175" cap="flat">
              <a:noFill/>
              <a:miter lim="400000"/>
            </a:ln>
          </a:top>
          <a:bottom>
            <a:ln w="12700" cap="flat">
              <a:noFill/>
              <a:miter lim="400000"/>
            </a:ln>
          </a:bottom>
          <a:insideH>
            <a:ln w="3175" cap="flat">
              <a:noFill/>
              <a:miter lim="400000"/>
            </a:ln>
          </a:insideH>
          <a:insideV>
            <a:ln w="12700" cap="flat">
              <a:noFill/>
              <a:miter lim="400000"/>
            </a:ln>
          </a:insideV>
        </a:tcBdr>
        <a:fill>
          <a:solidFill>
            <a:srgbClr val="017101"/>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rgbClr val="017101"/>
          </a:solidFill>
        </a:fill>
      </a:tcStyle>
    </a:firstRow>
  </a:tblStyle>
  <a:tblStyle styleId="{EEE7283C-3CF3-47DC-8721-378D4A62B228}" styleName="">
    <a:tblBg/>
    <a:wholeTbl>
      <a:tcTxStyle b="off" i="off">
        <a:font>
          <a:latin typeface="Helvetica Neue"/>
          <a:ea typeface="Helvetica Neue"/>
          <a:cs typeface="Helvetica Neue"/>
        </a:font>
        <a:srgbClr val="FFFFFF"/>
      </a:tcTxStyle>
      <a:tcStyle>
        <a:tcBdr>
          <a:left>
            <a:ln w="3175" cap="flat">
              <a:solidFill>
                <a:srgbClr val="AAAAAA"/>
              </a:solidFill>
              <a:prstDash val="solid"/>
              <a:miter lim="400000"/>
            </a:ln>
          </a:left>
          <a:right>
            <a:ln w="3175" cap="flat">
              <a:solidFill>
                <a:srgbClr val="AAAAAA"/>
              </a:solidFill>
              <a:prstDash val="solid"/>
              <a:miter lim="400000"/>
            </a:ln>
          </a:right>
          <a:top>
            <a:ln w="3175" cap="flat">
              <a:solidFill>
                <a:srgbClr val="AAAAAA"/>
              </a:solidFill>
              <a:prstDash val="solid"/>
              <a:miter lim="400000"/>
            </a:ln>
          </a:top>
          <a:bottom>
            <a:ln w="3175" cap="flat">
              <a:solidFill>
                <a:srgbClr val="AAAAAA"/>
              </a:solidFill>
              <a:prstDash val="solid"/>
              <a:miter lim="400000"/>
            </a:ln>
          </a:bottom>
          <a:insideH>
            <a:ln w="3175" cap="flat">
              <a:solidFill>
                <a:srgbClr val="AAAAAA"/>
              </a:solidFill>
              <a:prstDash val="solid"/>
              <a:miter lim="400000"/>
            </a:ln>
          </a:insideH>
          <a:insideV>
            <a:ln w="3175" cap="flat">
              <a:solidFill>
                <a:srgbClr val="AAAAAA"/>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chemeClr val="accent5"/>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3175" cap="flat">
              <a:noFill/>
              <a:miter lim="400000"/>
            </a:ln>
          </a:top>
          <a:bottom>
            <a:ln w="12700" cap="flat">
              <a:noFill/>
              <a:miter lim="400000"/>
            </a:ln>
          </a:bottom>
          <a:insideH>
            <a:ln w="3175" cap="flat">
              <a:noFill/>
              <a:miter lim="400000"/>
            </a:ln>
          </a:insideH>
          <a:insideV>
            <a:ln w="12700" cap="flat">
              <a:noFill/>
              <a:miter lim="400000"/>
            </a:ln>
          </a:insideV>
        </a:tcBdr>
        <a:fill>
          <a:solidFill>
            <a:schemeClr val="accent5">
              <a:hueOff val="106375"/>
              <a:satOff val="9554"/>
              <a:lumOff val="-13516"/>
            </a:schemeClr>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5">
              <a:hueOff val="106375"/>
              <a:satOff val="9554"/>
              <a:lumOff val="-13516"/>
            </a:schemeClr>
          </a:solidFill>
        </a:fill>
      </a:tcStyle>
    </a:firstRow>
  </a:tblStyle>
  <a:tblStyle styleId="{CF821DB8-F4EB-4A41-A1BA-3FCAFE7338EE}" styleName="">
    <a:tblBg/>
    <a:wholeTbl>
      <a:tcTxStyle b="off" i="off">
        <a:font>
          <a:latin typeface="Helvetica Neue"/>
          <a:ea typeface="Helvetica Neue"/>
          <a:cs typeface="Helvetica Neue"/>
        </a:font>
        <a:srgbClr val="FFFFFF"/>
      </a:tcTxStyle>
      <a:tcStyle>
        <a:tcBdr>
          <a:left>
            <a:ln w="3175" cap="flat">
              <a:solidFill>
                <a:srgbClr val="D6D7D6"/>
              </a:solidFill>
              <a:prstDash val="solid"/>
              <a:miter lim="400000"/>
            </a:ln>
          </a:left>
          <a:right>
            <a:ln w="3175" cap="flat">
              <a:solidFill>
                <a:srgbClr val="D6D7D6"/>
              </a:solidFill>
              <a:prstDash val="solid"/>
              <a:miter lim="400000"/>
            </a:ln>
          </a:right>
          <a:top>
            <a:ln w="3175" cap="flat">
              <a:solidFill>
                <a:srgbClr val="D6D7D6"/>
              </a:solidFill>
              <a:prstDash val="solid"/>
              <a:miter lim="400000"/>
            </a:ln>
          </a:top>
          <a:bottom>
            <a:ln w="3175" cap="flat">
              <a:solidFill>
                <a:srgbClr val="D6D7D6"/>
              </a:solidFill>
              <a:prstDash val="solid"/>
              <a:miter lim="400000"/>
            </a:ln>
          </a:bottom>
          <a:insideH>
            <a:ln w="3175" cap="flat">
              <a:solidFill>
                <a:srgbClr val="D6D7D6"/>
              </a:solidFill>
              <a:prstDash val="solid"/>
              <a:miter lim="400000"/>
            </a:ln>
          </a:insideH>
          <a:insideV>
            <a:ln w="3175" cap="flat">
              <a:solidFill>
                <a:srgbClr val="D6D7D6"/>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chemeClr val="accent6">
              <a:hueOff val="-119728"/>
              <a:satOff val="5580"/>
              <a:lumOff val="-12961"/>
            </a:schemeClr>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3175" cap="flat">
              <a:noFill/>
              <a:miter lim="400000"/>
            </a:ln>
          </a:top>
          <a:bottom>
            <a:ln w="12700" cap="flat">
              <a:noFill/>
              <a:miter lim="400000"/>
            </a:ln>
          </a:bottom>
          <a:insideH>
            <a:ln w="3175" cap="flat">
              <a:noFill/>
              <a:miter lim="400000"/>
            </a:ln>
          </a:insideH>
          <a:insideV>
            <a:ln w="12700" cap="flat">
              <a:noFill/>
              <a:miter lim="400000"/>
            </a:ln>
          </a:insideV>
        </a:tcBdr>
        <a:fill>
          <a:solidFill>
            <a:srgbClr val="650E48"/>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rgbClr val="650E48"/>
          </a:solidFill>
        </a:fill>
      </a:tcStyle>
    </a:firstRow>
  </a:tblStyle>
  <a:tblStyle styleId="{33BA23B1-9221-436E-865A-0063620EA4FD}" styleName="">
    <a:tblBg/>
    <a:wholeTbl>
      <a:tcTxStyle b="off" i="off">
        <a:font>
          <a:latin typeface="Helvetica Neue"/>
          <a:ea typeface="Helvetica Neue"/>
          <a:cs typeface="Helvetica Neue"/>
        </a:font>
        <a:srgbClr val="FFFFFF"/>
      </a:tcTxStyle>
      <a:tcStyle>
        <a:tcBdr>
          <a:left>
            <a:ln w="3175" cap="flat">
              <a:solidFill>
                <a:srgbClr val="909090"/>
              </a:solidFill>
              <a:prstDash val="solid"/>
              <a:miter lim="400000"/>
            </a:ln>
          </a:left>
          <a:right>
            <a:ln w="3175" cap="flat">
              <a:solidFill>
                <a:srgbClr val="909090"/>
              </a:solidFill>
              <a:prstDash val="solid"/>
              <a:miter lim="400000"/>
            </a:ln>
          </a:right>
          <a:top>
            <a:ln w="3175" cap="flat">
              <a:solidFill>
                <a:srgbClr val="909090"/>
              </a:solidFill>
              <a:prstDash val="solid"/>
              <a:miter lim="400000"/>
            </a:ln>
          </a:top>
          <a:bottom>
            <a:ln w="3175" cap="flat">
              <a:solidFill>
                <a:srgbClr val="909090"/>
              </a:solidFill>
              <a:prstDash val="solid"/>
              <a:miter lim="400000"/>
            </a:ln>
          </a:bottom>
          <a:insideH>
            <a:ln w="3175" cap="flat">
              <a:solidFill>
                <a:srgbClr val="909090"/>
              </a:solidFill>
              <a:prstDash val="solid"/>
              <a:miter lim="400000"/>
            </a:ln>
          </a:insideH>
          <a:insideV>
            <a:ln w="3175" cap="flat">
              <a:solidFill>
                <a:srgbClr val="909090"/>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rgbClr val="798089"/>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3175" cap="flat">
              <a:noFill/>
              <a:miter lim="400000"/>
            </a:ln>
          </a:top>
          <a:bottom>
            <a:ln w="12700" cap="flat">
              <a:noFill/>
              <a:miter lim="400000"/>
            </a:ln>
          </a:bottom>
          <a:insideH>
            <a:ln w="3175" cap="flat">
              <a:noFill/>
              <a:miter lim="400000"/>
            </a:ln>
          </a:insideH>
          <a:insideV>
            <a:ln w="12700" cap="flat">
              <a:noFill/>
              <a:miter lim="400000"/>
            </a:ln>
          </a:insideV>
        </a:tcBdr>
        <a:fill>
          <a:solidFill>
            <a:srgbClr val="96A0AC"/>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rgbClr val="96A0AC"/>
          </a:solidFill>
        </a:fill>
      </a:tcStyle>
    </a:firstRow>
  </a:tblStyle>
  <a:tblStyle styleId="{2708684C-4D16-4618-839F-0558EEFCDFE6}" styleName="">
    <a:tblBg/>
    <a:wholeTbl>
      <a:tcTxStyle b="off" i="off">
        <a:font>
          <a:latin typeface="Helvetica Neue"/>
          <a:ea typeface="Helvetica Neue"/>
          <a:cs typeface="Helvetica Neue"/>
        </a:font>
        <a:srgbClr val="FFFFFF"/>
      </a:tcTxStyle>
      <a:tcStyle>
        <a:tcBdr>
          <a:left>
            <a:ln w="3175" cap="flat">
              <a:solidFill>
                <a:srgbClr val="929292"/>
              </a:solidFill>
              <a:custDash>
                <a:ds d="200000" sp="200000"/>
              </a:custDash>
              <a:miter lim="400000"/>
            </a:ln>
          </a:left>
          <a:right>
            <a:ln w="3175" cap="flat">
              <a:solidFill>
                <a:srgbClr val="929292"/>
              </a:solidFill>
              <a:custDash>
                <a:ds d="200000" sp="200000"/>
              </a:custDash>
              <a:miter lim="400000"/>
            </a:ln>
          </a:right>
          <a:top>
            <a:ln w="3175" cap="flat">
              <a:solidFill>
                <a:srgbClr val="929292"/>
              </a:solidFill>
              <a:custDash>
                <a:ds d="200000" sp="200000"/>
              </a:custDash>
              <a:miter lim="400000"/>
            </a:ln>
          </a:top>
          <a:bottom>
            <a:ln w="3175" cap="flat">
              <a:solidFill>
                <a:srgbClr val="929292"/>
              </a:solidFill>
              <a:custDash>
                <a:ds d="200000" sp="200000"/>
              </a:custDash>
              <a:miter lim="400000"/>
            </a:ln>
          </a:bottom>
          <a:insideH>
            <a:ln w="3175" cap="flat">
              <a:solidFill>
                <a:srgbClr val="929292"/>
              </a:solidFill>
              <a:custDash>
                <a:ds d="200000" sp="200000"/>
              </a:custDash>
              <a:miter lim="400000"/>
            </a:ln>
          </a:insideH>
          <a:insideV>
            <a:ln w="3175" cap="flat">
              <a:solidFill>
                <a:srgbClr val="929292"/>
              </a:solidFill>
              <a:custDash>
                <a:ds d="200000" sp="200000"/>
              </a:custDash>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solidFill>
                <a:srgbClr val="929292"/>
              </a:solidFill>
              <a:prstDash val="solid"/>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noFill/>
        </a:fill>
      </a:tcStyle>
    </a:firstCol>
    <a:lastRow>
      <a:tcTxStyle b="off" i="off">
        <a:font>
          <a:latin typeface="Helvetica Neue"/>
          <a:ea typeface="Helvetica Neue"/>
          <a:cs typeface="Helvetica Neue"/>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929292"/>
              </a:solidFill>
              <a:prstDash val="solid"/>
              <a:miter lim="400000"/>
            </a:ln>
          </a:top>
          <a:bottom>
            <a:ln w="12700" cap="flat">
              <a:noFill/>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noFill/>
        </a:fill>
      </a:tcStyle>
    </a:lastRow>
    <a:firstRow>
      <a:tcTxStyle b="on" i="off">
        <a:font>
          <a:latin typeface="Helvetica Neue"/>
          <a:ea typeface="Helvetica Neue"/>
          <a:cs typeface="Helvetica Neue"/>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noFill/>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53"/>
    <p:restoredTop sz="94708"/>
  </p:normalViewPr>
  <p:slideViewPr>
    <p:cSldViewPr snapToGrid="0" snapToObjects="1">
      <p:cViewPr>
        <p:scale>
          <a:sx n="76" d="100"/>
          <a:sy n="76" d="100"/>
        </p:scale>
        <p:origin x="130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theme" Target="theme/theme1.xml"/><Relationship Id="rId12"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prstGeom prst="rect">
            <a:avLst/>
          </a:prstGeom>
        </p:spPr>
        <p:txBody>
          <a:bodyPr/>
          <a:lstStyle/>
          <a:p>
            <a:r>
              <a:t>Title Text</a:t>
            </a:r>
          </a:p>
        </p:txBody>
      </p:sp>
      <p:sp>
        <p:nvSpPr>
          <p:cNvPr id="12" name="Body Level One…"/>
          <p:cNvSpPr txBox="1">
            <a:spLocks noGrp="1"/>
          </p:cNvSpPr>
          <p:nvPr>
            <p:ph type="body" sz="quarter"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sz="quarter" idx="21"/>
          </p:nvPr>
        </p:nvSpPr>
        <p:spPr>
          <a:xfrm>
            <a:off x="-485775" y="10693400"/>
            <a:ext cx="9277351" cy="4606904"/>
          </a:xfrm>
          <a:prstGeom prst="rect">
            <a:avLst/>
          </a:prstGeom>
        </p:spPr>
        <p:txBody>
          <a:bodyPr lIns="91439" tIns="45719" rIns="91439" bIns="45719">
            <a:noAutofit/>
          </a:bodyPr>
          <a:lstStyle/>
          <a:p>
            <a:endParaRPr/>
          </a:p>
        </p:txBody>
      </p:sp>
      <p:sp>
        <p:nvSpPr>
          <p:cNvPr id="21" name="Title Text"/>
          <p:cNvSpPr txBox="1">
            <a:spLocks noGrp="1"/>
          </p:cNvSpPr>
          <p:nvPr>
            <p:ph type="title"/>
          </p:nvPr>
        </p:nvSpPr>
        <p:spPr>
          <a:xfrm>
            <a:off x="952500" y="15351125"/>
            <a:ext cx="7848600" cy="1066800"/>
          </a:xfrm>
          <a:prstGeom prst="rect">
            <a:avLst/>
          </a:prstGeom>
        </p:spPr>
        <p:txBody>
          <a:bodyPr anchor="ctr"/>
          <a:lstStyle/>
          <a:p>
            <a:r>
              <a:t>Title Text</a:t>
            </a:r>
          </a:p>
        </p:txBody>
      </p:sp>
      <p:sp>
        <p:nvSpPr>
          <p:cNvPr id="22" name="Body Level One…"/>
          <p:cNvSpPr txBox="1">
            <a:spLocks noGrp="1"/>
          </p:cNvSpPr>
          <p:nvPr>
            <p:ph type="body" sz="quarter" idx="1"/>
          </p:nvPr>
        </p:nvSpPr>
        <p:spPr>
          <a:xfrm>
            <a:off x="952500" y="16427450"/>
            <a:ext cx="7848600" cy="847725"/>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952500" y="12731750"/>
            <a:ext cx="7848600" cy="2476500"/>
          </a:xfrm>
          <a:prstGeom prst="rect">
            <a:avLst/>
          </a:prstGeom>
        </p:spPr>
        <p:txBody>
          <a:bodyPr anchor="ct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21"/>
          </p:nvPr>
        </p:nvSpPr>
        <p:spPr>
          <a:xfrm>
            <a:off x="1838293" y="10208525"/>
            <a:ext cx="10144128" cy="6762752"/>
          </a:xfrm>
          <a:prstGeom prst="rect">
            <a:avLst/>
          </a:prstGeom>
        </p:spPr>
        <p:txBody>
          <a:bodyPr lIns="91439" tIns="45719" rIns="91439" bIns="45719">
            <a:noAutofit/>
          </a:bodyPr>
          <a:lstStyle/>
          <a:p>
            <a:endParaRPr/>
          </a:p>
        </p:txBody>
      </p:sp>
      <p:sp>
        <p:nvSpPr>
          <p:cNvPr id="39" name="Title Text"/>
          <p:cNvSpPr txBox="1">
            <a:spLocks noGrp="1"/>
          </p:cNvSpPr>
          <p:nvPr>
            <p:ph type="title"/>
          </p:nvPr>
        </p:nvSpPr>
        <p:spPr>
          <a:xfrm>
            <a:off x="714375" y="10788650"/>
            <a:ext cx="4000500" cy="2990850"/>
          </a:xfrm>
          <a:prstGeom prst="rect">
            <a:avLst/>
          </a:prstGeom>
        </p:spPr>
        <p:txBody>
          <a:bodyPr/>
          <a:lstStyle>
            <a:lvl1pPr>
              <a:defRPr sz="16800"/>
            </a:lvl1pPr>
          </a:lstStyle>
          <a:p>
            <a:r>
              <a:t>Title Text</a:t>
            </a:r>
          </a:p>
        </p:txBody>
      </p:sp>
      <p:sp>
        <p:nvSpPr>
          <p:cNvPr id="40" name="Body Level One…"/>
          <p:cNvSpPr txBox="1">
            <a:spLocks noGrp="1"/>
          </p:cNvSpPr>
          <p:nvPr>
            <p:ph type="body" sz="quarter" idx="1"/>
          </p:nvPr>
        </p:nvSpPr>
        <p:spPr>
          <a:xfrm>
            <a:off x="714375" y="13855700"/>
            <a:ext cx="4000500" cy="30861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xfrm>
            <a:off x="714375" y="10502900"/>
            <a:ext cx="8324850" cy="1619250"/>
          </a:xfrm>
          <a:prstGeom prst="rect">
            <a:avLst/>
          </a:prstGeom>
        </p:spPr>
        <p:txBody>
          <a:bodyPr anchor="ct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xfrm>
            <a:off x="714375" y="10502900"/>
            <a:ext cx="8324850" cy="1619250"/>
          </a:xfrm>
          <a:prstGeom prst="rect">
            <a:avLst/>
          </a:prstGeom>
        </p:spPr>
        <p:txBody>
          <a:bodyPr anchor="ctr"/>
          <a:lstStyle/>
          <a:p>
            <a:r>
              <a:t>Title Text</a:t>
            </a:r>
          </a:p>
        </p:txBody>
      </p:sp>
      <p:sp>
        <p:nvSpPr>
          <p:cNvPr id="57" name="Body Level One…"/>
          <p:cNvSpPr txBox="1">
            <a:spLocks noGrp="1"/>
          </p:cNvSpPr>
          <p:nvPr>
            <p:ph type="body" sz="quarter" idx="1"/>
          </p:nvPr>
        </p:nvSpPr>
        <p:spPr>
          <a:xfrm>
            <a:off x="714375" y="12255500"/>
            <a:ext cx="8324850" cy="4714875"/>
          </a:xfrm>
          <a:prstGeom prst="rect">
            <a:avLst/>
          </a:prstGeom>
        </p:spPr>
        <p:txBody>
          <a:bodyPr anchor="ctr"/>
          <a:lstStyle>
            <a:lvl1pPr marL="1222375" indent="-1222375" algn="l">
              <a:spcBef>
                <a:spcPts val="12000"/>
              </a:spcBef>
              <a:buSzPct val="145000"/>
              <a:buChar char="•"/>
              <a:defRPr sz="8800"/>
            </a:lvl1pPr>
            <a:lvl2pPr marL="1666875" indent="-1222375" algn="l">
              <a:spcBef>
                <a:spcPts val="12000"/>
              </a:spcBef>
              <a:buSzPct val="145000"/>
              <a:buChar char="•"/>
              <a:defRPr sz="8800"/>
            </a:lvl2pPr>
            <a:lvl3pPr marL="2111375" indent="-1222375" algn="l">
              <a:spcBef>
                <a:spcPts val="12000"/>
              </a:spcBef>
              <a:buSzPct val="145000"/>
              <a:buChar char="•"/>
              <a:defRPr sz="8800"/>
            </a:lvl3pPr>
            <a:lvl4pPr marL="2555875" indent="-1222375" algn="l">
              <a:spcBef>
                <a:spcPts val="12000"/>
              </a:spcBef>
              <a:buSzPct val="145000"/>
              <a:buChar char="•"/>
              <a:defRPr sz="8800"/>
            </a:lvl4pPr>
            <a:lvl5pPr marL="3000375" indent="-1222375" algn="l">
              <a:spcBef>
                <a:spcPts val="12000"/>
              </a:spcBef>
              <a:buSzPct val="145000"/>
              <a:buChar char="•"/>
              <a:defRPr sz="8800"/>
            </a:lvl5p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quarter" idx="21"/>
          </p:nvPr>
        </p:nvSpPr>
        <p:spPr>
          <a:xfrm>
            <a:off x="3355181" y="11836400"/>
            <a:ext cx="7715251" cy="5143500"/>
          </a:xfrm>
          <a:prstGeom prst="rect">
            <a:avLst/>
          </a:prstGeom>
        </p:spPr>
        <p:txBody>
          <a:bodyPr lIns="91439" tIns="45719" rIns="91439" bIns="45719">
            <a:noAutofit/>
          </a:bodyPr>
          <a:lstStyle/>
          <a:p>
            <a:endParaRPr/>
          </a:p>
        </p:txBody>
      </p:sp>
      <p:sp>
        <p:nvSpPr>
          <p:cNvPr id="66" name="Title Text"/>
          <p:cNvSpPr txBox="1">
            <a:spLocks noGrp="1"/>
          </p:cNvSpPr>
          <p:nvPr>
            <p:ph type="title"/>
          </p:nvPr>
        </p:nvSpPr>
        <p:spPr>
          <a:xfrm>
            <a:off x="714375" y="10502900"/>
            <a:ext cx="8324850" cy="1619250"/>
          </a:xfrm>
          <a:prstGeom prst="rect">
            <a:avLst/>
          </a:prstGeom>
        </p:spPr>
        <p:txBody>
          <a:bodyPr anchor="ctr"/>
          <a:lstStyle/>
          <a:p>
            <a:r>
              <a:t>Title Text</a:t>
            </a:r>
          </a:p>
        </p:txBody>
      </p:sp>
      <p:sp>
        <p:nvSpPr>
          <p:cNvPr id="67" name="Body Level One…"/>
          <p:cNvSpPr txBox="1">
            <a:spLocks noGrp="1"/>
          </p:cNvSpPr>
          <p:nvPr>
            <p:ph type="body" sz="quarter" idx="1"/>
          </p:nvPr>
        </p:nvSpPr>
        <p:spPr>
          <a:xfrm>
            <a:off x="714375" y="12255500"/>
            <a:ext cx="4000500" cy="4714875"/>
          </a:xfrm>
          <a:prstGeom prst="rect">
            <a:avLst/>
          </a:prstGeom>
        </p:spPr>
        <p:txBody>
          <a:bodyPr anchor="ctr"/>
          <a:lstStyle>
            <a:lvl1pPr marL="195942" indent="-195942" algn="just" defTabSz="931068">
              <a:spcBef>
                <a:spcPts val="5100"/>
              </a:spcBef>
              <a:buSzPct val="145000"/>
              <a:buChar char="•"/>
              <a:defRPr sz="1600"/>
            </a:lvl1pPr>
            <a:lvl2pPr marL="538842" indent="-195942" algn="just" defTabSz="931068">
              <a:spcBef>
                <a:spcPts val="5100"/>
              </a:spcBef>
              <a:buSzPct val="145000"/>
              <a:buChar char="•"/>
              <a:defRPr sz="1600"/>
            </a:lvl2pPr>
            <a:lvl3pPr marL="881742" indent="-195942" algn="just" defTabSz="931068">
              <a:spcBef>
                <a:spcPts val="5100"/>
              </a:spcBef>
              <a:buSzPct val="145000"/>
              <a:buChar char="•"/>
              <a:defRPr sz="1600"/>
            </a:lvl3pPr>
            <a:lvl4pPr marL="1224642" indent="-195942" algn="just" defTabSz="931068">
              <a:spcBef>
                <a:spcPts val="5100"/>
              </a:spcBef>
              <a:buSzPct val="145000"/>
              <a:buChar char="•"/>
              <a:defRPr sz="1600"/>
            </a:lvl4pPr>
            <a:lvl5pPr marL="1567542" indent="-195942" algn="just" defTabSz="931068">
              <a:spcBef>
                <a:spcPts val="5100"/>
              </a:spcBef>
              <a:buSzPct val="145000"/>
              <a:buChar char="•"/>
              <a:defRPr sz="16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sz="quarter" idx="1"/>
          </p:nvPr>
        </p:nvSpPr>
        <p:spPr>
          <a:xfrm>
            <a:off x="714375" y="11264900"/>
            <a:ext cx="8324850" cy="5410200"/>
          </a:xfrm>
          <a:prstGeom prst="rect">
            <a:avLst/>
          </a:prstGeom>
        </p:spPr>
        <p:txBody>
          <a:bodyPr anchor="ctr"/>
          <a:lstStyle>
            <a:lvl1pPr marL="1222375" indent="-1222375" algn="l">
              <a:spcBef>
                <a:spcPts val="12000"/>
              </a:spcBef>
              <a:buSzPct val="145000"/>
              <a:buChar char="•"/>
              <a:defRPr sz="8800"/>
            </a:lvl1pPr>
            <a:lvl2pPr marL="1666875" indent="-1222375" algn="l">
              <a:spcBef>
                <a:spcPts val="12000"/>
              </a:spcBef>
              <a:buSzPct val="145000"/>
              <a:buChar char="•"/>
              <a:defRPr sz="8800"/>
            </a:lvl2pPr>
            <a:lvl3pPr marL="2111375" indent="-1222375" algn="l">
              <a:spcBef>
                <a:spcPts val="12000"/>
              </a:spcBef>
              <a:buSzPct val="145000"/>
              <a:buChar char="•"/>
              <a:defRPr sz="8800"/>
            </a:lvl3pPr>
            <a:lvl4pPr marL="2555875" indent="-1222375" algn="l">
              <a:spcBef>
                <a:spcPts val="12000"/>
              </a:spcBef>
              <a:buSzPct val="145000"/>
              <a:buChar char="•"/>
              <a:defRPr sz="8800"/>
            </a:lvl4pPr>
            <a:lvl5pPr marL="3000375" indent="-1222375" algn="l">
              <a:spcBef>
                <a:spcPts val="12000"/>
              </a:spcBef>
              <a:buSzPct val="145000"/>
              <a:buChar char="•"/>
              <a:defRPr sz="8800"/>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quarter" idx="21"/>
          </p:nvPr>
        </p:nvSpPr>
        <p:spPr>
          <a:xfrm>
            <a:off x="4819650" y="14036675"/>
            <a:ext cx="4414838" cy="2943225"/>
          </a:xfrm>
          <a:prstGeom prst="rect">
            <a:avLst/>
          </a:prstGeom>
        </p:spPr>
        <p:txBody>
          <a:bodyPr lIns="91439" tIns="45719" rIns="91439" bIns="45719">
            <a:noAutofit/>
          </a:bodyPr>
          <a:lstStyle/>
          <a:p>
            <a:endParaRPr/>
          </a:p>
        </p:txBody>
      </p:sp>
      <p:sp>
        <p:nvSpPr>
          <p:cNvPr id="84" name="Image"/>
          <p:cNvSpPr>
            <a:spLocks noGrp="1"/>
          </p:cNvSpPr>
          <p:nvPr>
            <p:ph type="pic" sz="quarter" idx="22"/>
          </p:nvPr>
        </p:nvSpPr>
        <p:spPr>
          <a:xfrm>
            <a:off x="5053012" y="10791825"/>
            <a:ext cx="4410076" cy="2940050"/>
          </a:xfrm>
          <a:prstGeom prst="rect">
            <a:avLst/>
          </a:prstGeom>
        </p:spPr>
        <p:txBody>
          <a:bodyPr lIns="91439" tIns="45719" rIns="91439" bIns="45719">
            <a:noAutofit/>
          </a:bodyPr>
          <a:lstStyle/>
          <a:p>
            <a:endParaRPr/>
          </a:p>
        </p:txBody>
      </p:sp>
      <p:sp>
        <p:nvSpPr>
          <p:cNvPr id="85" name="Image"/>
          <p:cNvSpPr>
            <a:spLocks noGrp="1"/>
          </p:cNvSpPr>
          <p:nvPr>
            <p:ph type="pic" sz="half" idx="23"/>
          </p:nvPr>
        </p:nvSpPr>
        <p:spPr>
          <a:xfrm>
            <a:off x="-2550319" y="10217150"/>
            <a:ext cx="10144126" cy="6762750"/>
          </a:xfrm>
          <a:prstGeom prst="rect">
            <a:avLst/>
          </a:prstGeom>
        </p:spPr>
        <p:txBody>
          <a:bodyPr lIns="91439" tIns="45719" rIns="91439" bIns="45719">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txBox="1">
            <a:spLocks noGrp="1"/>
          </p:cNvSpPr>
          <p:nvPr>
            <p:ph type="body" sz="quarter" idx="21"/>
          </p:nvPr>
        </p:nvSpPr>
        <p:spPr>
          <a:xfrm>
            <a:off x="952500" y="15084425"/>
            <a:ext cx="7848600" cy="1080720"/>
          </a:xfrm>
          <a:prstGeom prst="rect">
            <a:avLst/>
          </a:prstGeom>
        </p:spPr>
        <p:txBody>
          <a:bodyPr>
            <a:spAutoFit/>
          </a:bodyPr>
          <a:lstStyle>
            <a:lvl1pPr>
              <a:defRPr sz="6800" i="1"/>
            </a:lvl1pPr>
          </a:lstStyle>
          <a:p>
            <a:r>
              <a:t>–Johnny Appleseed</a:t>
            </a:r>
          </a:p>
        </p:txBody>
      </p:sp>
      <p:sp>
        <p:nvSpPr>
          <p:cNvPr id="94" name="“Type a quote here.”"/>
          <p:cNvSpPr txBox="1">
            <a:spLocks noGrp="1"/>
          </p:cNvSpPr>
          <p:nvPr>
            <p:ph type="body" sz="quarter" idx="22"/>
          </p:nvPr>
        </p:nvSpPr>
        <p:spPr>
          <a:xfrm>
            <a:off x="952500" y="12316256"/>
            <a:ext cx="7848600" cy="2912517"/>
          </a:xfrm>
          <a:prstGeom prst="rect">
            <a:avLst/>
          </a:prstGeom>
        </p:spPr>
        <p:txBody>
          <a:bodyPr anchor="ctr">
            <a:spAutoFit/>
          </a:bodyPr>
          <a:lstStyle>
            <a:lvl1pPr>
              <a:defRPr sz="9200">
                <a:latin typeface="+mn-lt"/>
                <a:ea typeface="+mn-ea"/>
                <a:cs typeface="+mn-cs"/>
                <a:sym typeface="Helvetica Neue Medium"/>
              </a:defRPr>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sz="half" idx="21"/>
          </p:nvPr>
        </p:nvSpPr>
        <p:spPr>
          <a:xfrm>
            <a:off x="-697204" y="10302875"/>
            <a:ext cx="12413832" cy="8275888"/>
          </a:xfrm>
          <a:prstGeom prst="rect">
            <a:avLst/>
          </a:prstGeom>
        </p:spPr>
        <p:txBody>
          <a:bodyPr lIns="91439" tIns="45719" rIns="91439" bIns="45719">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952500" y="11541125"/>
            <a:ext cx="7848600" cy="2476500"/>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b">
            <a:normAutofit/>
          </a:bodyPr>
          <a:lstStyle/>
          <a:p>
            <a:r>
              <a:t>Title Text</a:t>
            </a:r>
          </a:p>
        </p:txBody>
      </p:sp>
      <p:sp>
        <p:nvSpPr>
          <p:cNvPr id="3" name="Body Level One…"/>
          <p:cNvSpPr txBox="1">
            <a:spLocks noGrp="1"/>
          </p:cNvSpPr>
          <p:nvPr>
            <p:ph type="body" idx="1"/>
          </p:nvPr>
        </p:nvSpPr>
        <p:spPr>
          <a:xfrm>
            <a:off x="952500" y="14084300"/>
            <a:ext cx="7848600" cy="847725"/>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4561484" y="17284700"/>
            <a:ext cx="625552" cy="646405"/>
          </a:xfrm>
          <a:prstGeom prst="rect">
            <a:avLst/>
          </a:prstGeom>
          <a:ln w="3175">
            <a:miter lim="400000"/>
          </a:ln>
        </p:spPr>
        <p:txBody>
          <a:bodyPr wrap="none" lIns="38100" tIns="38100" rIns="38100" bIns="38100">
            <a:spAutoFit/>
          </a:bodyPr>
          <a:lstStyle>
            <a:lvl1pPr>
              <a:defRPr sz="3800" b="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ctr" defTabSz="1673489" rtl="0" latinLnBrk="0">
        <a:lnSpc>
          <a:spcPct val="100000"/>
        </a:lnSpc>
        <a:spcBef>
          <a:spcPts val="0"/>
        </a:spcBef>
        <a:spcAft>
          <a:spcPts val="0"/>
        </a:spcAft>
        <a:buClrTx/>
        <a:buSzTx/>
        <a:buFontTx/>
        <a:buNone/>
        <a:tabLst/>
        <a:defRPr sz="22600" b="0" i="0" u="none" strike="noStrike" cap="none" spc="0" baseline="0">
          <a:solidFill>
            <a:srgbClr val="FFFFFF"/>
          </a:solidFill>
          <a:uFillTx/>
          <a:latin typeface="+mn-lt"/>
          <a:ea typeface="+mn-ea"/>
          <a:cs typeface="+mn-cs"/>
          <a:sym typeface="Helvetica Neue Medium"/>
        </a:defRPr>
      </a:lvl1pPr>
      <a:lvl2pPr marL="0" marR="0" indent="228600" algn="ctr" defTabSz="1673489" rtl="0" latinLnBrk="0">
        <a:lnSpc>
          <a:spcPct val="100000"/>
        </a:lnSpc>
        <a:spcBef>
          <a:spcPts val="0"/>
        </a:spcBef>
        <a:spcAft>
          <a:spcPts val="0"/>
        </a:spcAft>
        <a:buClrTx/>
        <a:buSzTx/>
        <a:buFontTx/>
        <a:buNone/>
        <a:tabLst/>
        <a:defRPr sz="22600" b="0" i="0" u="none" strike="noStrike" cap="none" spc="0" baseline="0">
          <a:solidFill>
            <a:srgbClr val="FFFFFF"/>
          </a:solidFill>
          <a:uFillTx/>
          <a:latin typeface="+mn-lt"/>
          <a:ea typeface="+mn-ea"/>
          <a:cs typeface="+mn-cs"/>
          <a:sym typeface="Helvetica Neue Medium"/>
        </a:defRPr>
      </a:lvl2pPr>
      <a:lvl3pPr marL="0" marR="0" indent="457200" algn="ctr" defTabSz="1673489" rtl="0" latinLnBrk="0">
        <a:lnSpc>
          <a:spcPct val="100000"/>
        </a:lnSpc>
        <a:spcBef>
          <a:spcPts val="0"/>
        </a:spcBef>
        <a:spcAft>
          <a:spcPts val="0"/>
        </a:spcAft>
        <a:buClrTx/>
        <a:buSzTx/>
        <a:buFontTx/>
        <a:buNone/>
        <a:tabLst/>
        <a:defRPr sz="22600" b="0" i="0" u="none" strike="noStrike" cap="none" spc="0" baseline="0">
          <a:solidFill>
            <a:srgbClr val="FFFFFF"/>
          </a:solidFill>
          <a:uFillTx/>
          <a:latin typeface="+mn-lt"/>
          <a:ea typeface="+mn-ea"/>
          <a:cs typeface="+mn-cs"/>
          <a:sym typeface="Helvetica Neue Medium"/>
        </a:defRPr>
      </a:lvl3pPr>
      <a:lvl4pPr marL="0" marR="0" indent="685800" algn="ctr" defTabSz="1673489" rtl="0" latinLnBrk="0">
        <a:lnSpc>
          <a:spcPct val="100000"/>
        </a:lnSpc>
        <a:spcBef>
          <a:spcPts val="0"/>
        </a:spcBef>
        <a:spcAft>
          <a:spcPts val="0"/>
        </a:spcAft>
        <a:buClrTx/>
        <a:buSzTx/>
        <a:buFontTx/>
        <a:buNone/>
        <a:tabLst/>
        <a:defRPr sz="22600" b="0" i="0" u="none" strike="noStrike" cap="none" spc="0" baseline="0">
          <a:solidFill>
            <a:srgbClr val="FFFFFF"/>
          </a:solidFill>
          <a:uFillTx/>
          <a:latin typeface="+mn-lt"/>
          <a:ea typeface="+mn-ea"/>
          <a:cs typeface="+mn-cs"/>
          <a:sym typeface="Helvetica Neue Medium"/>
        </a:defRPr>
      </a:lvl4pPr>
      <a:lvl5pPr marL="0" marR="0" indent="914400" algn="ctr" defTabSz="1673489" rtl="0" latinLnBrk="0">
        <a:lnSpc>
          <a:spcPct val="100000"/>
        </a:lnSpc>
        <a:spcBef>
          <a:spcPts val="0"/>
        </a:spcBef>
        <a:spcAft>
          <a:spcPts val="0"/>
        </a:spcAft>
        <a:buClrTx/>
        <a:buSzTx/>
        <a:buFontTx/>
        <a:buNone/>
        <a:tabLst/>
        <a:defRPr sz="22600" b="0" i="0" u="none" strike="noStrike" cap="none" spc="0" baseline="0">
          <a:solidFill>
            <a:srgbClr val="FFFFFF"/>
          </a:solidFill>
          <a:uFillTx/>
          <a:latin typeface="+mn-lt"/>
          <a:ea typeface="+mn-ea"/>
          <a:cs typeface="+mn-cs"/>
          <a:sym typeface="Helvetica Neue Medium"/>
        </a:defRPr>
      </a:lvl5pPr>
      <a:lvl6pPr marL="0" marR="0" indent="1143000" algn="ctr" defTabSz="1673489" rtl="0" latinLnBrk="0">
        <a:lnSpc>
          <a:spcPct val="100000"/>
        </a:lnSpc>
        <a:spcBef>
          <a:spcPts val="0"/>
        </a:spcBef>
        <a:spcAft>
          <a:spcPts val="0"/>
        </a:spcAft>
        <a:buClrTx/>
        <a:buSzTx/>
        <a:buFontTx/>
        <a:buNone/>
        <a:tabLst/>
        <a:defRPr sz="22600" b="0" i="0" u="none" strike="noStrike" cap="none" spc="0" baseline="0">
          <a:solidFill>
            <a:srgbClr val="FFFFFF"/>
          </a:solidFill>
          <a:uFillTx/>
          <a:latin typeface="+mn-lt"/>
          <a:ea typeface="+mn-ea"/>
          <a:cs typeface="+mn-cs"/>
          <a:sym typeface="Helvetica Neue Medium"/>
        </a:defRPr>
      </a:lvl6pPr>
      <a:lvl7pPr marL="0" marR="0" indent="1371600" algn="ctr" defTabSz="1673489" rtl="0" latinLnBrk="0">
        <a:lnSpc>
          <a:spcPct val="100000"/>
        </a:lnSpc>
        <a:spcBef>
          <a:spcPts val="0"/>
        </a:spcBef>
        <a:spcAft>
          <a:spcPts val="0"/>
        </a:spcAft>
        <a:buClrTx/>
        <a:buSzTx/>
        <a:buFontTx/>
        <a:buNone/>
        <a:tabLst/>
        <a:defRPr sz="22600" b="0" i="0" u="none" strike="noStrike" cap="none" spc="0" baseline="0">
          <a:solidFill>
            <a:srgbClr val="FFFFFF"/>
          </a:solidFill>
          <a:uFillTx/>
          <a:latin typeface="+mn-lt"/>
          <a:ea typeface="+mn-ea"/>
          <a:cs typeface="+mn-cs"/>
          <a:sym typeface="Helvetica Neue Medium"/>
        </a:defRPr>
      </a:lvl7pPr>
      <a:lvl8pPr marL="0" marR="0" indent="1600200" algn="ctr" defTabSz="1673489" rtl="0" latinLnBrk="0">
        <a:lnSpc>
          <a:spcPct val="100000"/>
        </a:lnSpc>
        <a:spcBef>
          <a:spcPts val="0"/>
        </a:spcBef>
        <a:spcAft>
          <a:spcPts val="0"/>
        </a:spcAft>
        <a:buClrTx/>
        <a:buSzTx/>
        <a:buFontTx/>
        <a:buNone/>
        <a:tabLst/>
        <a:defRPr sz="22600" b="0" i="0" u="none" strike="noStrike" cap="none" spc="0" baseline="0">
          <a:solidFill>
            <a:srgbClr val="FFFFFF"/>
          </a:solidFill>
          <a:uFillTx/>
          <a:latin typeface="+mn-lt"/>
          <a:ea typeface="+mn-ea"/>
          <a:cs typeface="+mn-cs"/>
          <a:sym typeface="Helvetica Neue Medium"/>
        </a:defRPr>
      </a:lvl8pPr>
      <a:lvl9pPr marL="0" marR="0" indent="1828800" algn="ctr" defTabSz="1673489" rtl="0" latinLnBrk="0">
        <a:lnSpc>
          <a:spcPct val="100000"/>
        </a:lnSpc>
        <a:spcBef>
          <a:spcPts val="0"/>
        </a:spcBef>
        <a:spcAft>
          <a:spcPts val="0"/>
        </a:spcAft>
        <a:buClrTx/>
        <a:buSzTx/>
        <a:buFontTx/>
        <a:buNone/>
        <a:tabLst/>
        <a:defRPr sz="22600" b="0" i="0" u="none" strike="noStrike" cap="none" spc="0" baseline="0">
          <a:solidFill>
            <a:srgbClr val="FFFFFF"/>
          </a:solidFill>
          <a:uFillTx/>
          <a:latin typeface="+mn-lt"/>
          <a:ea typeface="+mn-ea"/>
          <a:cs typeface="+mn-cs"/>
          <a:sym typeface="Helvetica Neue Medium"/>
        </a:defRPr>
      </a:lvl9pPr>
    </p:titleStyle>
    <p:bodyStyle>
      <a:lvl1pPr marL="0" marR="0" indent="0" algn="ctr" defTabSz="1673489" rtl="0" latinLnBrk="0">
        <a:lnSpc>
          <a:spcPct val="100000"/>
        </a:lnSpc>
        <a:spcBef>
          <a:spcPts val="0"/>
        </a:spcBef>
        <a:spcAft>
          <a:spcPts val="0"/>
        </a:spcAft>
        <a:buClrTx/>
        <a:buSzTx/>
        <a:buFontTx/>
        <a:buNone/>
        <a:tabLst/>
        <a:defRPr sz="10000" b="0" i="0" u="none" strike="noStrike" cap="none" spc="0" baseline="0">
          <a:solidFill>
            <a:srgbClr val="FFFFFF"/>
          </a:solidFill>
          <a:uFillTx/>
          <a:latin typeface="Helvetica Neue"/>
          <a:ea typeface="Helvetica Neue"/>
          <a:cs typeface="Helvetica Neue"/>
          <a:sym typeface="Helvetica Neue"/>
        </a:defRPr>
      </a:lvl1pPr>
      <a:lvl2pPr marL="0" marR="0" indent="228600" algn="ctr" defTabSz="1673489" rtl="0" latinLnBrk="0">
        <a:lnSpc>
          <a:spcPct val="100000"/>
        </a:lnSpc>
        <a:spcBef>
          <a:spcPts val="0"/>
        </a:spcBef>
        <a:spcAft>
          <a:spcPts val="0"/>
        </a:spcAft>
        <a:buClrTx/>
        <a:buSzTx/>
        <a:buFontTx/>
        <a:buNone/>
        <a:tabLst/>
        <a:defRPr sz="10000" b="0" i="0" u="none" strike="noStrike" cap="none" spc="0" baseline="0">
          <a:solidFill>
            <a:srgbClr val="FFFFFF"/>
          </a:solidFill>
          <a:uFillTx/>
          <a:latin typeface="Helvetica Neue"/>
          <a:ea typeface="Helvetica Neue"/>
          <a:cs typeface="Helvetica Neue"/>
          <a:sym typeface="Helvetica Neue"/>
        </a:defRPr>
      </a:lvl2pPr>
      <a:lvl3pPr marL="0" marR="0" indent="457200" algn="ctr" defTabSz="1673489" rtl="0" latinLnBrk="0">
        <a:lnSpc>
          <a:spcPct val="100000"/>
        </a:lnSpc>
        <a:spcBef>
          <a:spcPts val="0"/>
        </a:spcBef>
        <a:spcAft>
          <a:spcPts val="0"/>
        </a:spcAft>
        <a:buClrTx/>
        <a:buSzTx/>
        <a:buFontTx/>
        <a:buNone/>
        <a:tabLst/>
        <a:defRPr sz="10000" b="0" i="0" u="none" strike="noStrike" cap="none" spc="0" baseline="0">
          <a:solidFill>
            <a:srgbClr val="FFFFFF"/>
          </a:solidFill>
          <a:uFillTx/>
          <a:latin typeface="Helvetica Neue"/>
          <a:ea typeface="Helvetica Neue"/>
          <a:cs typeface="Helvetica Neue"/>
          <a:sym typeface="Helvetica Neue"/>
        </a:defRPr>
      </a:lvl3pPr>
      <a:lvl4pPr marL="0" marR="0" indent="685800" algn="ctr" defTabSz="1673489" rtl="0" latinLnBrk="0">
        <a:lnSpc>
          <a:spcPct val="100000"/>
        </a:lnSpc>
        <a:spcBef>
          <a:spcPts val="0"/>
        </a:spcBef>
        <a:spcAft>
          <a:spcPts val="0"/>
        </a:spcAft>
        <a:buClrTx/>
        <a:buSzTx/>
        <a:buFontTx/>
        <a:buNone/>
        <a:tabLst/>
        <a:defRPr sz="10000" b="0" i="0" u="none" strike="noStrike" cap="none" spc="0" baseline="0">
          <a:solidFill>
            <a:srgbClr val="FFFFFF"/>
          </a:solidFill>
          <a:uFillTx/>
          <a:latin typeface="Helvetica Neue"/>
          <a:ea typeface="Helvetica Neue"/>
          <a:cs typeface="Helvetica Neue"/>
          <a:sym typeface="Helvetica Neue"/>
        </a:defRPr>
      </a:lvl4pPr>
      <a:lvl5pPr marL="0" marR="0" indent="914400" algn="ctr" defTabSz="1673489" rtl="0" latinLnBrk="0">
        <a:lnSpc>
          <a:spcPct val="100000"/>
        </a:lnSpc>
        <a:spcBef>
          <a:spcPts val="0"/>
        </a:spcBef>
        <a:spcAft>
          <a:spcPts val="0"/>
        </a:spcAft>
        <a:buClrTx/>
        <a:buSzTx/>
        <a:buFontTx/>
        <a:buNone/>
        <a:tabLst/>
        <a:defRPr sz="10000" b="0" i="0" u="none" strike="noStrike" cap="none" spc="0" baseline="0">
          <a:solidFill>
            <a:srgbClr val="FFFFFF"/>
          </a:solidFill>
          <a:uFillTx/>
          <a:latin typeface="Helvetica Neue"/>
          <a:ea typeface="Helvetica Neue"/>
          <a:cs typeface="Helvetica Neue"/>
          <a:sym typeface="Helvetica Neue"/>
        </a:defRPr>
      </a:lvl5pPr>
      <a:lvl6pPr marL="0" marR="0" indent="1143000" algn="ctr" defTabSz="1673489" rtl="0" latinLnBrk="0">
        <a:lnSpc>
          <a:spcPct val="100000"/>
        </a:lnSpc>
        <a:spcBef>
          <a:spcPts val="0"/>
        </a:spcBef>
        <a:spcAft>
          <a:spcPts val="0"/>
        </a:spcAft>
        <a:buClrTx/>
        <a:buSzTx/>
        <a:buFontTx/>
        <a:buNone/>
        <a:tabLst/>
        <a:defRPr sz="10000" b="0" i="0" u="none" strike="noStrike" cap="none" spc="0" baseline="0">
          <a:solidFill>
            <a:srgbClr val="FFFFFF"/>
          </a:solidFill>
          <a:uFillTx/>
          <a:latin typeface="Helvetica Neue"/>
          <a:ea typeface="Helvetica Neue"/>
          <a:cs typeface="Helvetica Neue"/>
          <a:sym typeface="Helvetica Neue"/>
        </a:defRPr>
      </a:lvl6pPr>
      <a:lvl7pPr marL="0" marR="0" indent="1371600" algn="ctr" defTabSz="1673489" rtl="0" latinLnBrk="0">
        <a:lnSpc>
          <a:spcPct val="100000"/>
        </a:lnSpc>
        <a:spcBef>
          <a:spcPts val="0"/>
        </a:spcBef>
        <a:spcAft>
          <a:spcPts val="0"/>
        </a:spcAft>
        <a:buClrTx/>
        <a:buSzTx/>
        <a:buFontTx/>
        <a:buNone/>
        <a:tabLst/>
        <a:defRPr sz="10000" b="0" i="0" u="none" strike="noStrike" cap="none" spc="0" baseline="0">
          <a:solidFill>
            <a:srgbClr val="FFFFFF"/>
          </a:solidFill>
          <a:uFillTx/>
          <a:latin typeface="Helvetica Neue"/>
          <a:ea typeface="Helvetica Neue"/>
          <a:cs typeface="Helvetica Neue"/>
          <a:sym typeface="Helvetica Neue"/>
        </a:defRPr>
      </a:lvl7pPr>
      <a:lvl8pPr marL="0" marR="0" indent="1600200" algn="ctr" defTabSz="1673489" rtl="0" latinLnBrk="0">
        <a:lnSpc>
          <a:spcPct val="100000"/>
        </a:lnSpc>
        <a:spcBef>
          <a:spcPts val="0"/>
        </a:spcBef>
        <a:spcAft>
          <a:spcPts val="0"/>
        </a:spcAft>
        <a:buClrTx/>
        <a:buSzTx/>
        <a:buFontTx/>
        <a:buNone/>
        <a:tabLst/>
        <a:defRPr sz="10000" b="0" i="0" u="none" strike="noStrike" cap="none" spc="0" baseline="0">
          <a:solidFill>
            <a:srgbClr val="FFFFFF"/>
          </a:solidFill>
          <a:uFillTx/>
          <a:latin typeface="Helvetica Neue"/>
          <a:ea typeface="Helvetica Neue"/>
          <a:cs typeface="Helvetica Neue"/>
          <a:sym typeface="Helvetica Neue"/>
        </a:defRPr>
      </a:lvl8pPr>
      <a:lvl9pPr marL="0" marR="0" indent="1828800" algn="ctr" defTabSz="1673489" rtl="0" latinLnBrk="0">
        <a:lnSpc>
          <a:spcPct val="100000"/>
        </a:lnSpc>
        <a:spcBef>
          <a:spcPts val="0"/>
        </a:spcBef>
        <a:spcAft>
          <a:spcPts val="0"/>
        </a:spcAft>
        <a:buClrTx/>
        <a:buSzTx/>
        <a:buFontTx/>
        <a:buNone/>
        <a:tabLst/>
        <a:defRPr sz="10000" b="0" i="0" u="none" strike="noStrike" cap="none" spc="0" baseline="0">
          <a:solidFill>
            <a:srgbClr val="FFFFFF"/>
          </a:solidFill>
          <a:uFillTx/>
          <a:latin typeface="Helvetica Neue"/>
          <a:ea typeface="Helvetica Neue"/>
          <a:cs typeface="Helvetica Neue"/>
          <a:sym typeface="Helvetica Neue"/>
        </a:defRPr>
      </a:lvl9pPr>
    </p:bodyStyle>
    <p:otherStyle>
      <a:lvl1pPr marL="0" marR="0" indent="0" algn="ctr" defTabSz="1673489" rtl="0" latinLnBrk="0">
        <a:lnSpc>
          <a:spcPct val="100000"/>
        </a:lnSpc>
        <a:spcBef>
          <a:spcPts val="0"/>
        </a:spcBef>
        <a:spcAft>
          <a:spcPts val="0"/>
        </a:spcAft>
        <a:buClrTx/>
        <a:buSzTx/>
        <a:buFontTx/>
        <a:buNone/>
        <a:tabLst/>
        <a:defRPr sz="3800" b="0" i="0" u="none" strike="noStrike" cap="none" spc="0" baseline="0">
          <a:solidFill>
            <a:schemeClr val="tx1"/>
          </a:solidFill>
          <a:uFillTx/>
          <a:latin typeface="+mn-lt"/>
          <a:ea typeface="+mn-ea"/>
          <a:cs typeface="+mn-cs"/>
          <a:sym typeface="Helvetica Neue Light"/>
        </a:defRPr>
      </a:lvl1pPr>
      <a:lvl2pPr marL="0" marR="0" indent="228600" algn="ctr" defTabSz="1673489" rtl="0" latinLnBrk="0">
        <a:lnSpc>
          <a:spcPct val="100000"/>
        </a:lnSpc>
        <a:spcBef>
          <a:spcPts val="0"/>
        </a:spcBef>
        <a:spcAft>
          <a:spcPts val="0"/>
        </a:spcAft>
        <a:buClrTx/>
        <a:buSzTx/>
        <a:buFontTx/>
        <a:buNone/>
        <a:tabLst/>
        <a:defRPr sz="3800" b="0" i="0" u="none" strike="noStrike" cap="none" spc="0" baseline="0">
          <a:solidFill>
            <a:schemeClr val="tx1"/>
          </a:solidFill>
          <a:uFillTx/>
          <a:latin typeface="+mn-lt"/>
          <a:ea typeface="+mn-ea"/>
          <a:cs typeface="+mn-cs"/>
          <a:sym typeface="Helvetica Neue Light"/>
        </a:defRPr>
      </a:lvl2pPr>
      <a:lvl3pPr marL="0" marR="0" indent="457200" algn="ctr" defTabSz="1673489" rtl="0" latinLnBrk="0">
        <a:lnSpc>
          <a:spcPct val="100000"/>
        </a:lnSpc>
        <a:spcBef>
          <a:spcPts val="0"/>
        </a:spcBef>
        <a:spcAft>
          <a:spcPts val="0"/>
        </a:spcAft>
        <a:buClrTx/>
        <a:buSzTx/>
        <a:buFontTx/>
        <a:buNone/>
        <a:tabLst/>
        <a:defRPr sz="3800" b="0" i="0" u="none" strike="noStrike" cap="none" spc="0" baseline="0">
          <a:solidFill>
            <a:schemeClr val="tx1"/>
          </a:solidFill>
          <a:uFillTx/>
          <a:latin typeface="+mn-lt"/>
          <a:ea typeface="+mn-ea"/>
          <a:cs typeface="+mn-cs"/>
          <a:sym typeface="Helvetica Neue Light"/>
        </a:defRPr>
      </a:lvl3pPr>
      <a:lvl4pPr marL="0" marR="0" indent="685800" algn="ctr" defTabSz="1673489" rtl="0" latinLnBrk="0">
        <a:lnSpc>
          <a:spcPct val="100000"/>
        </a:lnSpc>
        <a:spcBef>
          <a:spcPts val="0"/>
        </a:spcBef>
        <a:spcAft>
          <a:spcPts val="0"/>
        </a:spcAft>
        <a:buClrTx/>
        <a:buSzTx/>
        <a:buFontTx/>
        <a:buNone/>
        <a:tabLst/>
        <a:defRPr sz="3800" b="0" i="0" u="none" strike="noStrike" cap="none" spc="0" baseline="0">
          <a:solidFill>
            <a:schemeClr val="tx1"/>
          </a:solidFill>
          <a:uFillTx/>
          <a:latin typeface="+mn-lt"/>
          <a:ea typeface="+mn-ea"/>
          <a:cs typeface="+mn-cs"/>
          <a:sym typeface="Helvetica Neue Light"/>
        </a:defRPr>
      </a:lvl4pPr>
      <a:lvl5pPr marL="0" marR="0" indent="914400" algn="ctr" defTabSz="1673489" rtl="0" latinLnBrk="0">
        <a:lnSpc>
          <a:spcPct val="100000"/>
        </a:lnSpc>
        <a:spcBef>
          <a:spcPts val="0"/>
        </a:spcBef>
        <a:spcAft>
          <a:spcPts val="0"/>
        </a:spcAft>
        <a:buClrTx/>
        <a:buSzTx/>
        <a:buFontTx/>
        <a:buNone/>
        <a:tabLst/>
        <a:defRPr sz="3800" b="0" i="0" u="none" strike="noStrike" cap="none" spc="0" baseline="0">
          <a:solidFill>
            <a:schemeClr val="tx1"/>
          </a:solidFill>
          <a:uFillTx/>
          <a:latin typeface="+mn-lt"/>
          <a:ea typeface="+mn-ea"/>
          <a:cs typeface="+mn-cs"/>
          <a:sym typeface="Helvetica Neue Light"/>
        </a:defRPr>
      </a:lvl5pPr>
      <a:lvl6pPr marL="0" marR="0" indent="1143000" algn="ctr" defTabSz="1673489" rtl="0" latinLnBrk="0">
        <a:lnSpc>
          <a:spcPct val="100000"/>
        </a:lnSpc>
        <a:spcBef>
          <a:spcPts val="0"/>
        </a:spcBef>
        <a:spcAft>
          <a:spcPts val="0"/>
        </a:spcAft>
        <a:buClrTx/>
        <a:buSzTx/>
        <a:buFontTx/>
        <a:buNone/>
        <a:tabLst/>
        <a:defRPr sz="3800" b="0" i="0" u="none" strike="noStrike" cap="none" spc="0" baseline="0">
          <a:solidFill>
            <a:schemeClr val="tx1"/>
          </a:solidFill>
          <a:uFillTx/>
          <a:latin typeface="+mn-lt"/>
          <a:ea typeface="+mn-ea"/>
          <a:cs typeface="+mn-cs"/>
          <a:sym typeface="Helvetica Neue Light"/>
        </a:defRPr>
      </a:lvl6pPr>
      <a:lvl7pPr marL="0" marR="0" indent="1371600" algn="ctr" defTabSz="1673489" rtl="0" latinLnBrk="0">
        <a:lnSpc>
          <a:spcPct val="100000"/>
        </a:lnSpc>
        <a:spcBef>
          <a:spcPts val="0"/>
        </a:spcBef>
        <a:spcAft>
          <a:spcPts val="0"/>
        </a:spcAft>
        <a:buClrTx/>
        <a:buSzTx/>
        <a:buFontTx/>
        <a:buNone/>
        <a:tabLst/>
        <a:defRPr sz="3800" b="0" i="0" u="none" strike="noStrike" cap="none" spc="0" baseline="0">
          <a:solidFill>
            <a:schemeClr val="tx1"/>
          </a:solidFill>
          <a:uFillTx/>
          <a:latin typeface="+mn-lt"/>
          <a:ea typeface="+mn-ea"/>
          <a:cs typeface="+mn-cs"/>
          <a:sym typeface="Helvetica Neue Light"/>
        </a:defRPr>
      </a:lvl7pPr>
      <a:lvl8pPr marL="0" marR="0" indent="1600200" algn="ctr" defTabSz="1673489" rtl="0" latinLnBrk="0">
        <a:lnSpc>
          <a:spcPct val="100000"/>
        </a:lnSpc>
        <a:spcBef>
          <a:spcPts val="0"/>
        </a:spcBef>
        <a:spcAft>
          <a:spcPts val="0"/>
        </a:spcAft>
        <a:buClrTx/>
        <a:buSzTx/>
        <a:buFontTx/>
        <a:buNone/>
        <a:tabLst/>
        <a:defRPr sz="3800" b="0" i="0" u="none" strike="noStrike" cap="none" spc="0" baseline="0">
          <a:solidFill>
            <a:schemeClr val="tx1"/>
          </a:solidFill>
          <a:uFillTx/>
          <a:latin typeface="+mn-lt"/>
          <a:ea typeface="+mn-ea"/>
          <a:cs typeface="+mn-cs"/>
          <a:sym typeface="Helvetica Neue Light"/>
        </a:defRPr>
      </a:lvl8pPr>
      <a:lvl9pPr marL="0" marR="0" indent="1828800" algn="ctr" defTabSz="1673489" rtl="0" latinLnBrk="0">
        <a:lnSpc>
          <a:spcPct val="100000"/>
        </a:lnSpc>
        <a:spcBef>
          <a:spcPts val="0"/>
        </a:spcBef>
        <a:spcAft>
          <a:spcPts val="0"/>
        </a:spcAft>
        <a:buClrTx/>
        <a:buSzTx/>
        <a:buFontTx/>
        <a:buNone/>
        <a:tabLst/>
        <a:defRPr sz="3800"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7.png"/><Relationship Id="rId12" Type="http://schemas.openxmlformats.org/officeDocument/2006/relationships/image" Target="../media/image8.png"/><Relationship Id="rId13" Type="http://schemas.openxmlformats.org/officeDocument/2006/relationships/image" Target="../media/image9.png"/><Relationship Id="rId14" Type="http://schemas.openxmlformats.org/officeDocument/2006/relationships/image" Target="../media/image10.png"/><Relationship Id="rId15" Type="http://schemas.openxmlformats.org/officeDocument/2006/relationships/image" Target="../media/image11.jpeg"/><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en.wikipedia.org/wiki/Sound_therapy" TargetMode="External"/><Relationship Id="rId4" Type="http://schemas.openxmlformats.org/officeDocument/2006/relationships/hyperlink" Target="https://en.wikipedia.org/wiki/Low_frequency" TargetMode="External"/><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hyperlink" Target="https://www.nescafe.com/sitemap" TargetMode="External"/><Relationship Id="rId10" Type="http://schemas.openxmlformats.org/officeDocument/2006/relationships/image" Target="../media/image6.jpeg"/></Relationships>
</file>

<file path=ppt/slides/_rels/slide2.xml.rels><?xml version="1.0" encoding="UTF-8" standalone="yes"?>
<Relationships xmlns="http://schemas.openxmlformats.org/package/2006/relationships"><Relationship Id="rId11" Type="http://schemas.openxmlformats.org/officeDocument/2006/relationships/image" Target="../media/image7.png"/><Relationship Id="rId12" Type="http://schemas.openxmlformats.org/officeDocument/2006/relationships/image" Target="../media/image8.png"/><Relationship Id="rId13" Type="http://schemas.openxmlformats.org/officeDocument/2006/relationships/image" Target="../media/image9.png"/><Relationship Id="rId14" Type="http://schemas.openxmlformats.org/officeDocument/2006/relationships/image" Target="../media/image11.jpeg"/><Relationship Id="rId1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en.wikipedia.org/wiki/Sound_therapy" TargetMode="External"/><Relationship Id="rId4" Type="http://schemas.openxmlformats.org/officeDocument/2006/relationships/hyperlink" Target="https://en.wikipedia.org/wiki/Low_frequency" TargetMode="External"/><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hyperlink" Target="https://www.nescafe.com/sitemap" TargetMode="External"/><Relationship Id="rId10"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hyperlink" Target="https://www.nescafe.com/sitemap" TargetMode="External"/><Relationship Id="rId7" Type="http://schemas.openxmlformats.org/officeDocument/2006/relationships/image" Target="../media/image10.png"/><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4.png"/><Relationship Id="rId9" Type="http://schemas.openxmlformats.org/officeDocument/2006/relationships/image" Target="../media/image5.png"/><Relationship Id="rId10" Type="http://schemas.openxmlformats.org/officeDocument/2006/relationships/hyperlink" Target="https://www.nescafe.com/sitemap" TargetMode="External"/><Relationship Id="rId11" Type="http://schemas.openxmlformats.org/officeDocument/2006/relationships/image" Target="../media/image10.png"/><Relationship Id="rId1" Type="http://schemas.openxmlformats.org/officeDocument/2006/relationships/slideLayout" Target="../slideLayouts/slideLayout6.xml"/><Relationship Id="rId2"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hyperlink" Target="https://www.nescafe.com/sitemap" TargetMode="External"/><Relationship Id="rId1" Type="http://schemas.openxmlformats.org/officeDocument/2006/relationships/slideLayout" Target="../slideLayouts/slideLayout6.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hyperlink" Target="https://www.nescafe.com/sitemap" TargetMode="External"/><Relationship Id="rId1" Type="http://schemas.openxmlformats.org/officeDocument/2006/relationships/slideLayout" Target="../slideLayouts/slideLayout6.xml"/><Relationship Id="rId2"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 name="500e08c1-c3ca-453a-958b-2be288d09bef.jpg" descr="500e08c1-c3ca-453a-958b-2be288d09bef.jpg"/>
          <p:cNvPicPr>
            <a:picLocks/>
          </p:cNvPicPr>
          <p:nvPr/>
        </p:nvPicPr>
        <p:blipFill>
          <a:blip r:embed="rId2">
            <a:extLst/>
          </a:blip>
          <a:stretch>
            <a:fillRect/>
          </a:stretch>
        </p:blipFill>
        <p:spPr>
          <a:xfrm>
            <a:off x="22691" y="11985130"/>
            <a:ext cx="4741832" cy="4003795"/>
          </a:xfrm>
          <a:prstGeom prst="rect">
            <a:avLst/>
          </a:prstGeom>
        </p:spPr>
      </p:pic>
      <p:sp>
        <p:nvSpPr>
          <p:cNvPr id="120" name="What is vibroacustic signal?"/>
          <p:cNvSpPr txBox="1"/>
          <p:nvPr/>
        </p:nvSpPr>
        <p:spPr>
          <a:xfrm>
            <a:off x="157334" y="7454934"/>
            <a:ext cx="4779976" cy="497689"/>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defTabSz="931068">
              <a:defRPr sz="2800" b="0">
                <a:latin typeface="+mn-lt"/>
                <a:ea typeface="+mn-ea"/>
                <a:cs typeface="+mn-cs"/>
                <a:sym typeface="Helvetica Neue Medium"/>
              </a:defRPr>
            </a:lvl1pPr>
          </a:lstStyle>
          <a:p>
            <a:r>
              <a:rPr dirty="0"/>
              <a:t>What is vibroacustic signal? </a:t>
            </a:r>
          </a:p>
        </p:txBody>
      </p:sp>
      <p:sp>
        <p:nvSpPr>
          <p:cNvPr id="121" name="Vibroacoustic therapy (VAT) is a type of sound therapy that involves passing low frequency  signals into the body via a device. Fundamental to vibratory effect is the rhythmicity of music.  Scientific studies  reports the benefits of using VAT for Parkin"/>
          <p:cNvSpPr txBox="1"/>
          <p:nvPr/>
        </p:nvSpPr>
        <p:spPr>
          <a:xfrm>
            <a:off x="175865" y="8364125"/>
            <a:ext cx="4742914" cy="1898354"/>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just" defTabSz="931068">
              <a:spcBef>
                <a:spcPts val="5100"/>
              </a:spcBef>
              <a:defRPr sz="1600" b="0">
                <a:latin typeface="Arial"/>
                <a:ea typeface="Arial"/>
                <a:cs typeface="Arial"/>
                <a:sym typeface="Arial"/>
              </a:defRPr>
            </a:pPr>
            <a:r>
              <a:rPr b="1" dirty="0"/>
              <a:t>Vibroacoustic therapy</a:t>
            </a:r>
            <a:r>
              <a:rPr dirty="0"/>
              <a:t> (</a:t>
            </a:r>
            <a:r>
              <a:rPr b="1" dirty="0"/>
              <a:t>VAT</a:t>
            </a:r>
            <a:r>
              <a:rPr dirty="0"/>
              <a:t>) is a type of </a:t>
            </a:r>
            <a:r>
              <a:rPr dirty="0">
                <a:hlinkClick r:id="rId3"/>
              </a:rPr>
              <a:t>sound therapy</a:t>
            </a:r>
            <a:r>
              <a:rPr dirty="0"/>
              <a:t> that involves passing </a:t>
            </a:r>
            <a:r>
              <a:rPr dirty="0">
                <a:hlinkClick r:id="rId4"/>
              </a:rPr>
              <a:t>low frequency</a:t>
            </a:r>
            <a:r>
              <a:rPr dirty="0"/>
              <a:t>  signals into the body via a device. Fundamental to vibratory effect is the rhythmicity of music.  Scientific studies  reports the benefits of using VAT for Parkinson’s, PTSD, anxiety, physical injuries, brain function, Dementia, COPD, Asthma and much more.</a:t>
            </a:r>
          </a:p>
        </p:txBody>
      </p:sp>
      <p:sp>
        <p:nvSpPr>
          <p:cNvPr id="122" name="Haptic is the sense of touch and it is essential to VAT. A key aspects that sets the sound vibration apart from music is the mechanical  stimulation of cells.  At SeneScie lab, we use our expertise in haptic science to deliver the state to the art haptic"/>
          <p:cNvSpPr txBox="1"/>
          <p:nvPr/>
        </p:nvSpPr>
        <p:spPr>
          <a:xfrm>
            <a:off x="4929626" y="12935380"/>
            <a:ext cx="4434900" cy="1441154"/>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31068">
              <a:spcBef>
                <a:spcPts val="5100"/>
              </a:spcBef>
              <a:defRPr sz="1600" b="0">
                <a:latin typeface="Arial"/>
                <a:ea typeface="Arial"/>
                <a:cs typeface="Arial"/>
                <a:sym typeface="Arial"/>
              </a:defRPr>
            </a:lvl1pPr>
          </a:lstStyle>
          <a:p>
            <a:r>
              <a:rPr dirty="0"/>
              <a:t>Haptic is the sense of touch and it is essential to VAT. A key aspects that sets the sound vibration apart from music is the mechanical  stimulation of cells.  At SeneScie lab, we use our expertise in haptic science to deliver the state to the art haptic technologies. </a:t>
            </a:r>
          </a:p>
        </p:txBody>
      </p:sp>
      <p:sp>
        <p:nvSpPr>
          <p:cNvPr id="123" name="Rounded Rectangle"/>
          <p:cNvSpPr/>
          <p:nvPr/>
        </p:nvSpPr>
        <p:spPr>
          <a:xfrm>
            <a:off x="1189484" y="10686682"/>
            <a:ext cx="2715677" cy="847726"/>
          </a:xfrm>
          <a:prstGeom prst="roundRect">
            <a:avLst>
              <a:gd name="adj" fmla="val 22472"/>
            </a:avLst>
          </a:prstGeom>
          <a:ln w="25400">
            <a:solidFill>
              <a:srgbClr val="FFFFFF"/>
            </a:solidFill>
            <a:miter lim="400000"/>
          </a:ln>
        </p:spPr>
        <p:txBody>
          <a:bodyPr lIns="38100" tIns="38100" rIns="38100" bIns="38100" anchor="ctr"/>
          <a:lstStyle/>
          <a:p>
            <a:pPr defTabSz="931068">
              <a:defRPr sz="3200" b="0">
                <a:solidFill>
                  <a:srgbClr val="000000"/>
                </a:solidFill>
                <a:latin typeface="+mn-lt"/>
                <a:ea typeface="+mn-ea"/>
                <a:cs typeface="+mn-cs"/>
                <a:sym typeface="Helvetica Neue Medium"/>
              </a:defRPr>
            </a:pPr>
            <a:endParaRPr/>
          </a:p>
        </p:txBody>
      </p:sp>
      <p:sp>
        <p:nvSpPr>
          <p:cNvPr id="124" name="Learn more"/>
          <p:cNvSpPr txBox="1"/>
          <p:nvPr/>
        </p:nvSpPr>
        <p:spPr>
          <a:xfrm>
            <a:off x="1876394" y="10911000"/>
            <a:ext cx="1341857" cy="36167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defTabSz="931068">
              <a:defRPr sz="1800"/>
            </a:lvl1pPr>
          </a:lstStyle>
          <a:p>
            <a:r>
              <a:t>Learn more</a:t>
            </a:r>
          </a:p>
        </p:txBody>
      </p:sp>
      <p:pic>
        <p:nvPicPr>
          <p:cNvPr id="125" name="YOUTUBE frame white.png" descr="YOUTUBE frame white.png"/>
          <p:cNvPicPr>
            <a:picLocks noChangeAspect="1"/>
          </p:cNvPicPr>
          <p:nvPr/>
        </p:nvPicPr>
        <p:blipFill>
          <a:blip r:embed="rId5">
            <a:extLst/>
          </a:blip>
          <a:stretch>
            <a:fillRect/>
          </a:stretch>
        </p:blipFill>
        <p:spPr>
          <a:xfrm>
            <a:off x="3945503" y="26341210"/>
            <a:ext cx="605930" cy="605930"/>
          </a:xfrm>
          <a:prstGeom prst="rect">
            <a:avLst/>
          </a:prstGeom>
          <a:ln w="3175">
            <a:miter lim="400000"/>
          </a:ln>
        </p:spPr>
      </p:pic>
      <p:pic>
        <p:nvPicPr>
          <p:cNvPr id="126" name="INSTAGRAM frame white.png" descr="INSTAGRAM frame white.png"/>
          <p:cNvPicPr>
            <a:picLocks noChangeAspect="1"/>
          </p:cNvPicPr>
          <p:nvPr/>
        </p:nvPicPr>
        <p:blipFill>
          <a:blip r:embed="rId6">
            <a:extLst/>
          </a:blip>
          <a:stretch>
            <a:fillRect/>
          </a:stretch>
        </p:blipFill>
        <p:spPr>
          <a:xfrm>
            <a:off x="6028303" y="26341210"/>
            <a:ext cx="605930" cy="605930"/>
          </a:xfrm>
          <a:prstGeom prst="rect">
            <a:avLst/>
          </a:prstGeom>
          <a:ln w="3175">
            <a:miter lim="400000"/>
          </a:ln>
        </p:spPr>
      </p:pic>
      <p:pic>
        <p:nvPicPr>
          <p:cNvPr id="127" name="TWITTTER frame white.png" descr="TWITTTER frame white.png"/>
          <p:cNvPicPr>
            <a:picLocks noChangeAspect="1"/>
          </p:cNvPicPr>
          <p:nvPr/>
        </p:nvPicPr>
        <p:blipFill>
          <a:blip r:embed="rId7">
            <a:extLst/>
          </a:blip>
          <a:stretch>
            <a:fillRect/>
          </a:stretch>
        </p:blipFill>
        <p:spPr>
          <a:xfrm>
            <a:off x="7031603" y="26341210"/>
            <a:ext cx="605930" cy="605930"/>
          </a:xfrm>
          <a:prstGeom prst="rect">
            <a:avLst/>
          </a:prstGeom>
          <a:ln w="3175">
            <a:miter lim="400000"/>
          </a:ln>
        </p:spPr>
      </p:pic>
      <p:pic>
        <p:nvPicPr>
          <p:cNvPr id="128" name="FB frame white.png" descr="FB frame white.png"/>
          <p:cNvPicPr>
            <a:picLocks noChangeAspect="1"/>
          </p:cNvPicPr>
          <p:nvPr/>
        </p:nvPicPr>
        <p:blipFill>
          <a:blip r:embed="rId8">
            <a:extLst/>
          </a:blip>
          <a:stretch>
            <a:fillRect/>
          </a:stretch>
        </p:blipFill>
        <p:spPr>
          <a:xfrm>
            <a:off x="4898003" y="26341210"/>
            <a:ext cx="605930" cy="605930"/>
          </a:xfrm>
          <a:prstGeom prst="rect">
            <a:avLst/>
          </a:prstGeom>
          <a:ln w="3175">
            <a:miter lim="400000"/>
          </a:ln>
        </p:spPr>
      </p:pic>
      <p:sp>
        <p:nvSpPr>
          <p:cNvPr id="129" name="Stay connected"/>
          <p:cNvSpPr txBox="1"/>
          <p:nvPr/>
        </p:nvSpPr>
        <p:spPr>
          <a:xfrm>
            <a:off x="3908361" y="24609875"/>
            <a:ext cx="2585213" cy="2457812"/>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spcBef>
                <a:spcPts val="12000"/>
              </a:spcBef>
              <a:defRPr sz="2800" b="0"/>
            </a:lvl1pPr>
          </a:lstStyle>
          <a:p>
            <a:r>
              <a:t>Stay connected</a:t>
            </a:r>
          </a:p>
        </p:txBody>
      </p:sp>
      <p:sp>
        <p:nvSpPr>
          <p:cNvPr id="130" name="Copyright Sense Science Lab LTD."/>
          <p:cNvSpPr txBox="1"/>
          <p:nvPr/>
        </p:nvSpPr>
        <p:spPr>
          <a:xfrm>
            <a:off x="491768" y="26688912"/>
            <a:ext cx="2569668" cy="104206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defTabSz="457200">
              <a:lnSpc>
                <a:spcPts val="3300"/>
              </a:lnSpc>
              <a:defRPr sz="1200" b="0"/>
            </a:pPr>
            <a:r>
              <a:t>Copyright Sense Science Lab LTD.</a:t>
            </a:r>
            <a:br/>
            <a:r>
              <a:t/>
            </a:r>
            <a:br/>
            <a:endParaRPr/>
          </a:p>
        </p:txBody>
      </p:sp>
      <p:sp>
        <p:nvSpPr>
          <p:cNvPr id="131" name="Terms and Conditions     Privacy Policy Cookies Contact Us         Sitemap"/>
          <p:cNvSpPr txBox="1"/>
          <p:nvPr/>
        </p:nvSpPr>
        <p:spPr>
          <a:xfrm>
            <a:off x="3065400" y="27181037"/>
            <a:ext cx="6139943" cy="79441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p>
            <a:pPr marL="457200" indent="-457200" algn="l" defTabSz="457200">
              <a:lnSpc>
                <a:spcPts val="3300"/>
              </a:lnSpc>
              <a:tabLst>
                <a:tab pos="139700" algn="l"/>
                <a:tab pos="457200" algn="l"/>
              </a:tabLst>
              <a:defRPr sz="1200" b="0"/>
            </a:pPr>
            <a:r>
              <a:t>		</a:t>
            </a:r>
            <a:r>
              <a:rPr u="sng"/>
              <a:t>Terms and Conditions</a:t>
            </a:r>
            <a:r>
              <a:t>     </a:t>
            </a:r>
            <a:r>
              <a:rPr u="sng"/>
              <a:t>Privacy</a:t>
            </a:r>
            <a:r>
              <a:t> </a:t>
            </a:r>
            <a:r>
              <a:rPr u="sng"/>
              <a:t>Policy</a:t>
            </a:r>
            <a:r>
              <a:t> </a:t>
            </a:r>
            <a:r>
              <a:rPr u="sng"/>
              <a:t>Cookies</a:t>
            </a:r>
            <a:r>
              <a:t> </a:t>
            </a:r>
            <a:r>
              <a:rPr u="sng"/>
              <a:t>Contact Us</a:t>
            </a:r>
            <a:r>
              <a:t>       		</a:t>
            </a:r>
            <a:r>
              <a:rPr u="sng">
                <a:hlinkClick r:id="rId9"/>
              </a:rPr>
              <a:t>Sitemap</a:t>
            </a:r>
            <a:endParaRPr sz="1600"/>
          </a:p>
          <a:p>
            <a:pPr marL="914400" indent="-914400" algn="l" defTabSz="457200">
              <a:lnSpc>
                <a:spcPts val="3300"/>
              </a:lnSpc>
              <a:tabLst>
                <a:tab pos="596900" algn="l"/>
                <a:tab pos="914400" algn="l"/>
              </a:tabLst>
              <a:defRPr sz="1200" b="0"/>
            </a:pPr>
            <a:endParaRPr sz="1600"/>
          </a:p>
        </p:txBody>
      </p:sp>
      <p:pic>
        <p:nvPicPr>
          <p:cNvPr id="132" name="background.png" descr="background.png"/>
          <p:cNvPicPr>
            <a:picLocks noChangeAspect="1"/>
          </p:cNvPicPr>
          <p:nvPr/>
        </p:nvPicPr>
        <p:blipFill>
          <a:blip r:embed="rId10">
            <a:extLst/>
          </a:blip>
          <a:srcRect l="1331" t="9700" r="595" b="5247"/>
          <a:stretch>
            <a:fillRect/>
          </a:stretch>
        </p:blipFill>
        <p:spPr>
          <a:xfrm>
            <a:off x="0" y="904676"/>
            <a:ext cx="9753600" cy="6343921"/>
          </a:xfrm>
          <a:prstGeom prst="rect">
            <a:avLst/>
          </a:prstGeom>
          <a:ln w="3175">
            <a:miter lim="400000"/>
          </a:ln>
        </p:spPr>
      </p:pic>
      <p:sp>
        <p:nvSpPr>
          <p:cNvPr id="133" name="Rounded Rectangle"/>
          <p:cNvSpPr/>
          <p:nvPr/>
        </p:nvSpPr>
        <p:spPr>
          <a:xfrm>
            <a:off x="3518962" y="5564393"/>
            <a:ext cx="2715676" cy="847726"/>
          </a:xfrm>
          <a:prstGeom prst="roundRect">
            <a:avLst>
              <a:gd name="adj" fmla="val 22472"/>
            </a:avLst>
          </a:prstGeom>
          <a:ln w="25400">
            <a:solidFill>
              <a:srgbClr val="FFFFFF"/>
            </a:solidFill>
            <a:miter lim="400000"/>
          </a:ln>
        </p:spPr>
        <p:txBody>
          <a:bodyPr lIns="38100" tIns="38100" rIns="38100" bIns="38100" anchor="ctr"/>
          <a:lstStyle/>
          <a:p>
            <a:pPr defTabSz="931068">
              <a:defRPr sz="3200" b="0">
                <a:solidFill>
                  <a:srgbClr val="000000"/>
                </a:solidFill>
                <a:latin typeface="+mn-lt"/>
                <a:ea typeface="+mn-ea"/>
                <a:cs typeface="+mn-cs"/>
                <a:sym typeface="Helvetica Neue Medium"/>
              </a:defRPr>
            </a:pPr>
            <a:endParaRPr/>
          </a:p>
        </p:txBody>
      </p:sp>
      <p:sp>
        <p:nvSpPr>
          <p:cNvPr id="134" name="Check out our solution"/>
          <p:cNvSpPr txBox="1"/>
          <p:nvPr/>
        </p:nvSpPr>
        <p:spPr>
          <a:xfrm>
            <a:off x="3591966" y="5807420"/>
            <a:ext cx="2569668" cy="361672"/>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defTabSz="931068">
              <a:defRPr sz="1800"/>
            </a:lvl1pPr>
          </a:lstStyle>
          <a:p>
            <a:r>
              <a:t>Check out our solution</a:t>
            </a:r>
          </a:p>
        </p:txBody>
      </p:sp>
      <p:sp>
        <p:nvSpPr>
          <p:cNvPr id="135" name="Vibroacustic Therapy"/>
          <p:cNvSpPr txBox="1"/>
          <p:nvPr/>
        </p:nvSpPr>
        <p:spPr>
          <a:xfrm>
            <a:off x="952500" y="1728581"/>
            <a:ext cx="7848600" cy="24765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b">
            <a:normAutofit/>
          </a:bodyPr>
          <a:lstStyle>
            <a:lvl1pPr defTabSz="577262">
              <a:defRPr sz="7812" b="0">
                <a:latin typeface="+mn-lt"/>
                <a:ea typeface="+mn-ea"/>
                <a:cs typeface="+mn-cs"/>
                <a:sym typeface="Helvetica Neue Medium"/>
              </a:defRPr>
            </a:lvl1pPr>
          </a:lstStyle>
          <a:p>
            <a:r>
              <a:rPr dirty="0"/>
              <a:t>Vibroacustic Therapy </a:t>
            </a:r>
          </a:p>
        </p:txBody>
      </p:sp>
      <p:sp>
        <p:nvSpPr>
          <p:cNvPr id="136" name="Connect with nature through quality vibroacustic signals"/>
          <p:cNvSpPr txBox="1"/>
          <p:nvPr/>
        </p:nvSpPr>
        <p:spPr>
          <a:xfrm>
            <a:off x="952500" y="4271756"/>
            <a:ext cx="7848600" cy="847726"/>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ormAutofit/>
          </a:bodyPr>
          <a:lstStyle>
            <a:lvl1pPr defTabSz="418980">
              <a:defRPr sz="2520" b="0"/>
            </a:lvl1pPr>
          </a:lstStyle>
          <a:p>
            <a:r>
              <a:rPr dirty="0"/>
              <a:t>Connect with nature through quality vibroacustic signals </a:t>
            </a:r>
          </a:p>
        </p:txBody>
      </p:sp>
      <p:sp>
        <p:nvSpPr>
          <p:cNvPr id="137" name="Quality haptic experiences"/>
          <p:cNvSpPr txBox="1"/>
          <p:nvPr/>
        </p:nvSpPr>
        <p:spPr>
          <a:xfrm>
            <a:off x="4872480" y="12201783"/>
            <a:ext cx="4549192" cy="497689"/>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defTabSz="931068">
              <a:defRPr sz="2800" b="0">
                <a:latin typeface="+mn-lt"/>
                <a:ea typeface="+mn-ea"/>
                <a:cs typeface="+mn-cs"/>
                <a:sym typeface="Helvetica Neue Medium"/>
              </a:defRPr>
            </a:lvl1pPr>
          </a:lstStyle>
          <a:p>
            <a:r>
              <a:rPr dirty="0"/>
              <a:t>Quality haptic experiences </a:t>
            </a:r>
          </a:p>
        </p:txBody>
      </p:sp>
      <p:sp>
        <p:nvSpPr>
          <p:cNvPr id="138" name="Follow us on our social media accounts to get more content."/>
          <p:cNvSpPr txBox="1"/>
          <p:nvPr/>
        </p:nvSpPr>
        <p:spPr>
          <a:xfrm>
            <a:off x="2102752" y="25250825"/>
            <a:ext cx="6196432" cy="678689"/>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spcBef>
                <a:spcPts val="12000"/>
              </a:spcBef>
              <a:defRPr sz="2000" b="0"/>
            </a:lvl1pPr>
          </a:lstStyle>
          <a:p>
            <a:r>
              <a:t>Follow us on our social media accounts to get more content.</a:t>
            </a:r>
          </a:p>
        </p:txBody>
      </p:sp>
      <p:sp>
        <p:nvSpPr>
          <p:cNvPr id="139" name="Rounded Rectangle"/>
          <p:cNvSpPr/>
          <p:nvPr/>
        </p:nvSpPr>
        <p:spPr>
          <a:xfrm>
            <a:off x="5789238" y="14891666"/>
            <a:ext cx="2715676" cy="847726"/>
          </a:xfrm>
          <a:prstGeom prst="roundRect">
            <a:avLst>
              <a:gd name="adj" fmla="val 22472"/>
            </a:avLst>
          </a:prstGeom>
          <a:ln w="25400">
            <a:solidFill>
              <a:srgbClr val="FFFFFF"/>
            </a:solidFill>
            <a:miter lim="400000"/>
          </a:ln>
        </p:spPr>
        <p:txBody>
          <a:bodyPr lIns="38100" tIns="38100" rIns="38100" bIns="38100" anchor="ctr"/>
          <a:lstStyle/>
          <a:p>
            <a:pPr defTabSz="931068">
              <a:defRPr sz="3200" b="0">
                <a:solidFill>
                  <a:srgbClr val="000000"/>
                </a:solidFill>
                <a:latin typeface="+mn-lt"/>
                <a:ea typeface="+mn-ea"/>
                <a:cs typeface="+mn-cs"/>
                <a:sym typeface="Helvetica Neue Medium"/>
              </a:defRPr>
            </a:pPr>
            <a:endParaRPr/>
          </a:p>
        </p:txBody>
      </p:sp>
      <p:pic>
        <p:nvPicPr>
          <p:cNvPr id="140" name="background.png" descr="background.png"/>
          <p:cNvPicPr>
            <a:picLocks noChangeAspect="1"/>
          </p:cNvPicPr>
          <p:nvPr/>
        </p:nvPicPr>
        <p:blipFill>
          <a:blip r:embed="rId11">
            <a:extLst/>
          </a:blip>
          <a:srcRect l="4940"/>
          <a:stretch>
            <a:fillRect/>
          </a:stretch>
        </p:blipFill>
        <p:spPr>
          <a:xfrm>
            <a:off x="4944539" y="7380526"/>
            <a:ext cx="4780017" cy="3771324"/>
          </a:xfrm>
          <a:prstGeom prst="rect">
            <a:avLst/>
          </a:prstGeom>
          <a:ln w="3175">
            <a:miter lim="400000"/>
          </a:ln>
        </p:spPr>
      </p:pic>
      <p:sp>
        <p:nvSpPr>
          <p:cNvPr id="141" name="Our haptic technology"/>
          <p:cNvSpPr txBox="1"/>
          <p:nvPr/>
        </p:nvSpPr>
        <p:spPr>
          <a:xfrm>
            <a:off x="5894017" y="15134693"/>
            <a:ext cx="2506118" cy="361672"/>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defTabSz="931068">
              <a:defRPr sz="1800"/>
            </a:lvl1pPr>
          </a:lstStyle>
          <a:p>
            <a:r>
              <a:rPr dirty="0"/>
              <a:t>Our haptic technology</a:t>
            </a:r>
          </a:p>
        </p:txBody>
      </p:sp>
      <p:sp>
        <p:nvSpPr>
          <p:cNvPr id="142" name="SeneScie app enables users to  personalize VAT signals for their own preference and utilitarian needs. Some of the key features include:…"/>
          <p:cNvSpPr txBox="1"/>
          <p:nvPr/>
        </p:nvSpPr>
        <p:spPr>
          <a:xfrm>
            <a:off x="423468" y="17310027"/>
            <a:ext cx="4434899" cy="2965154"/>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just" defTabSz="931068">
              <a:spcBef>
                <a:spcPts val="5100"/>
              </a:spcBef>
              <a:defRPr sz="1600" b="0">
                <a:latin typeface="Arial"/>
                <a:ea typeface="Arial"/>
                <a:cs typeface="Arial"/>
                <a:sym typeface="Arial"/>
              </a:defRPr>
            </a:pPr>
            <a:r>
              <a:rPr dirty="0"/>
              <a:t>SeneScie app enables users to  personalize VAT signals for their own preference and utilitarian needs. Some of the key features include:</a:t>
            </a:r>
          </a:p>
          <a:p>
            <a:pPr marL="203200" indent="-203200" algn="just" defTabSz="931068">
              <a:spcBef>
                <a:spcPts val="300"/>
              </a:spcBef>
              <a:buSzPct val="100000"/>
              <a:buChar char="•"/>
              <a:defRPr sz="1600" b="0">
                <a:latin typeface="Arial"/>
                <a:ea typeface="Arial"/>
                <a:cs typeface="Arial"/>
                <a:sym typeface="Arial"/>
              </a:defRPr>
            </a:pPr>
            <a:r>
              <a:rPr b="1" dirty="0"/>
              <a:t>Access to</a:t>
            </a:r>
            <a:r>
              <a:rPr dirty="0"/>
              <a:t> </a:t>
            </a:r>
            <a:r>
              <a:rPr b="1" dirty="0"/>
              <a:t>large VAT signal libraries</a:t>
            </a:r>
            <a:r>
              <a:rPr dirty="0"/>
              <a:t> by means of visualizing vibrations and their descriptive facets</a:t>
            </a:r>
          </a:p>
          <a:p>
            <a:pPr marL="203200" indent="-203200" algn="just" defTabSz="931068">
              <a:spcBef>
                <a:spcPts val="300"/>
              </a:spcBef>
              <a:buSzPct val="100000"/>
              <a:buChar char="•"/>
              <a:defRPr sz="1600" b="0">
                <a:latin typeface="Arial"/>
                <a:ea typeface="Arial"/>
                <a:cs typeface="Arial"/>
                <a:sym typeface="Arial"/>
              </a:defRPr>
            </a:pPr>
            <a:r>
              <a:rPr dirty="0"/>
              <a:t>Signal</a:t>
            </a:r>
            <a:r>
              <a:rPr b="1" dirty="0"/>
              <a:t> facets </a:t>
            </a:r>
            <a:r>
              <a:rPr dirty="0"/>
              <a:t>and their substructure and linkages</a:t>
            </a:r>
          </a:p>
          <a:p>
            <a:pPr marL="203200" indent="-203200" algn="just" defTabSz="931068">
              <a:spcBef>
                <a:spcPts val="300"/>
              </a:spcBef>
              <a:buSzPct val="100000"/>
              <a:buChar char="•"/>
              <a:defRPr sz="1600" b="0">
                <a:latin typeface="Arial"/>
                <a:ea typeface="Arial"/>
                <a:cs typeface="Arial"/>
                <a:sym typeface="Arial"/>
              </a:defRPr>
            </a:pPr>
            <a:r>
              <a:rPr dirty="0"/>
              <a:t>Tuning </a:t>
            </a:r>
            <a:r>
              <a:rPr b="1" dirty="0"/>
              <a:t>filters</a:t>
            </a:r>
            <a:r>
              <a:rPr dirty="0"/>
              <a:t> (slider) for VAT signals</a:t>
            </a:r>
          </a:p>
          <a:p>
            <a:pPr marL="203200" indent="-203200" algn="just" defTabSz="931068">
              <a:spcBef>
                <a:spcPts val="300"/>
              </a:spcBef>
              <a:buSzPct val="100000"/>
              <a:buChar char="•"/>
              <a:defRPr sz="1600" b="0">
                <a:latin typeface="Arial"/>
                <a:ea typeface="Arial"/>
                <a:cs typeface="Arial"/>
                <a:sym typeface="Arial"/>
              </a:defRPr>
            </a:pPr>
            <a:r>
              <a:rPr b="1" dirty="0"/>
              <a:t>Simple personalization tools </a:t>
            </a:r>
            <a:r>
              <a:rPr dirty="0"/>
              <a:t>for end-users to create and save their own signal</a:t>
            </a:r>
          </a:p>
        </p:txBody>
      </p:sp>
      <p:sp>
        <p:nvSpPr>
          <p:cNvPr id="143" name="VAT signal visualization app"/>
          <p:cNvSpPr txBox="1"/>
          <p:nvPr/>
        </p:nvSpPr>
        <p:spPr>
          <a:xfrm>
            <a:off x="236277" y="16352265"/>
            <a:ext cx="4622090" cy="497688"/>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defTabSz="931068">
              <a:defRPr sz="2800" b="0">
                <a:latin typeface="+mn-lt"/>
                <a:ea typeface="+mn-ea"/>
                <a:cs typeface="+mn-cs"/>
                <a:sym typeface="Helvetica Neue Medium"/>
              </a:defRPr>
            </a:lvl1pPr>
          </a:lstStyle>
          <a:p>
            <a:r>
              <a:rPr dirty="0"/>
              <a:t>VAT signal visualization app</a:t>
            </a:r>
          </a:p>
        </p:txBody>
      </p:sp>
      <p:pic>
        <p:nvPicPr>
          <p:cNvPr id="144" name="Image" descr="Image"/>
          <p:cNvPicPr>
            <a:picLocks/>
          </p:cNvPicPr>
          <p:nvPr/>
        </p:nvPicPr>
        <p:blipFill>
          <a:blip r:embed="rId12">
            <a:extLst/>
          </a:blip>
          <a:stretch>
            <a:fillRect/>
          </a:stretch>
        </p:blipFill>
        <p:spPr>
          <a:xfrm>
            <a:off x="459373" y="20900942"/>
            <a:ext cx="1981838" cy="559642"/>
          </a:xfrm>
          <a:prstGeom prst="rect">
            <a:avLst/>
          </a:prstGeom>
        </p:spPr>
      </p:pic>
      <p:pic>
        <p:nvPicPr>
          <p:cNvPr id="145" name="Image" descr="Image"/>
          <p:cNvPicPr>
            <a:picLocks/>
          </p:cNvPicPr>
          <p:nvPr/>
        </p:nvPicPr>
        <p:blipFill>
          <a:blip r:embed="rId13">
            <a:extLst/>
          </a:blip>
          <a:stretch>
            <a:fillRect/>
          </a:stretch>
        </p:blipFill>
        <p:spPr>
          <a:xfrm>
            <a:off x="2740551" y="20931920"/>
            <a:ext cx="1789990" cy="497686"/>
          </a:xfrm>
          <a:prstGeom prst="rect">
            <a:avLst/>
          </a:prstGeom>
        </p:spPr>
      </p:pic>
      <p:pic>
        <p:nvPicPr>
          <p:cNvPr id="147" name="Screen Shot 2022-07-31 at 3.16.46 PM.png" descr="Screen Shot 2022-07-31 at 3.16.46 PM.png"/>
          <p:cNvPicPr>
            <a:picLocks noChangeAspect="1"/>
          </p:cNvPicPr>
          <p:nvPr/>
        </p:nvPicPr>
        <p:blipFill>
          <a:blip r:embed="rId14">
            <a:extLst/>
          </a:blip>
          <a:srcRect l="32883"/>
          <a:stretch>
            <a:fillRect/>
          </a:stretch>
        </p:blipFill>
        <p:spPr>
          <a:xfrm>
            <a:off x="7042021" y="81085"/>
            <a:ext cx="2591247" cy="787401"/>
          </a:xfrm>
          <a:prstGeom prst="rect">
            <a:avLst/>
          </a:prstGeom>
          <a:ln w="3175">
            <a:miter lim="400000"/>
          </a:ln>
        </p:spPr>
      </p:pic>
      <p:grpSp>
        <p:nvGrpSpPr>
          <p:cNvPr id="2" name="Group 1"/>
          <p:cNvGrpSpPr/>
          <p:nvPr/>
        </p:nvGrpSpPr>
        <p:grpSpPr>
          <a:xfrm>
            <a:off x="5765522" y="16476713"/>
            <a:ext cx="3138001" cy="5121907"/>
            <a:chOff x="5765522" y="16476713"/>
            <a:chExt cx="3138001" cy="5121907"/>
          </a:xfrm>
        </p:grpSpPr>
        <p:pic>
          <p:nvPicPr>
            <p:cNvPr id="146" name="app.jpg" descr="app.jpg"/>
            <p:cNvPicPr>
              <a:picLocks noChangeAspect="1"/>
            </p:cNvPicPr>
            <p:nvPr/>
          </p:nvPicPr>
          <p:blipFill>
            <a:blip r:embed="rId15">
              <a:extLst/>
            </a:blip>
            <a:srcRect t="4255" b="33661"/>
            <a:stretch>
              <a:fillRect/>
            </a:stretch>
          </p:blipFill>
          <p:spPr>
            <a:xfrm>
              <a:off x="5765522" y="16476713"/>
              <a:ext cx="3137965" cy="4329184"/>
            </a:xfrm>
            <a:prstGeom prst="rect">
              <a:avLst/>
            </a:prstGeom>
            <a:ln w="3175">
              <a:miter lim="400000"/>
            </a:ln>
          </p:spPr>
        </p:pic>
        <p:pic>
          <p:nvPicPr>
            <p:cNvPr id="148" name="app.jpg" descr="app.jpg"/>
            <p:cNvPicPr>
              <a:picLocks noChangeAspect="1"/>
            </p:cNvPicPr>
            <p:nvPr/>
          </p:nvPicPr>
          <p:blipFill>
            <a:blip r:embed="rId15">
              <a:extLst/>
            </a:blip>
            <a:srcRect t="82217" b="6240"/>
            <a:stretch>
              <a:fillRect/>
            </a:stretch>
          </p:blipFill>
          <p:spPr>
            <a:xfrm>
              <a:off x="5765522" y="20793759"/>
              <a:ext cx="3138001" cy="804861"/>
            </a:xfrm>
            <a:prstGeom prst="rect">
              <a:avLst/>
            </a:prstGeom>
            <a:ln w="3175">
              <a:miter lim="400000"/>
            </a:ln>
          </p:spPr>
        </p:pic>
      </p:grpSp>
      <p:sp>
        <p:nvSpPr>
          <p:cNvPr id="149" name="Search"/>
          <p:cNvSpPr txBox="1"/>
          <p:nvPr/>
        </p:nvSpPr>
        <p:spPr>
          <a:xfrm>
            <a:off x="6051359" y="255849"/>
            <a:ext cx="851282" cy="361672"/>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defRPr sz="1800"/>
            </a:lvl1pPr>
          </a:lstStyle>
          <a:p>
            <a:r>
              <a:t>Search</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9" presetClass="entr" fill="hold" grpId="1" nodeType="clickEffect">
                                  <p:stCondLst>
                                    <p:cond delay="0"/>
                                  </p:stCondLst>
                                  <p:iterate>
                                    <p:tmAbs val="0"/>
                                  </p:iterate>
                                  <p:childTnLst>
                                    <p:set>
                                      <p:cBhvr>
                                        <p:cTn id="6" fill="hold"/>
                                        <p:tgtEl>
                                          <p:spTgt spid="132"/>
                                        </p:tgtEl>
                                        <p:attrNameLst>
                                          <p:attrName>style.visibility</p:attrName>
                                        </p:attrNameLst>
                                      </p:cBhvr>
                                      <p:to>
                                        <p:strVal val="visible"/>
                                      </p:to>
                                    </p:set>
                                    <p:animEffect transition="in" filter="dissolve">
                                      <p:cBhvr>
                                        <p:cTn id="7" dur="6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 grpId="1" animBg="1" advAuto="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 name="500e08c1-c3ca-453a-958b-2be288d09bef.jpg" descr="500e08c1-c3ca-453a-958b-2be288d09bef.jpg"/>
          <p:cNvPicPr>
            <a:picLocks/>
          </p:cNvPicPr>
          <p:nvPr/>
        </p:nvPicPr>
        <p:blipFill>
          <a:blip r:embed="rId2">
            <a:extLst/>
          </a:blip>
          <a:stretch>
            <a:fillRect/>
          </a:stretch>
        </p:blipFill>
        <p:spPr>
          <a:xfrm>
            <a:off x="22691" y="11985130"/>
            <a:ext cx="4741832" cy="4003795"/>
          </a:xfrm>
          <a:prstGeom prst="rect">
            <a:avLst/>
          </a:prstGeom>
        </p:spPr>
      </p:pic>
      <p:sp>
        <p:nvSpPr>
          <p:cNvPr id="152" name="What is vibroacustic signal?"/>
          <p:cNvSpPr txBox="1"/>
          <p:nvPr/>
        </p:nvSpPr>
        <p:spPr>
          <a:xfrm>
            <a:off x="157334" y="7454934"/>
            <a:ext cx="4779976" cy="497689"/>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defTabSz="931068">
              <a:defRPr sz="2800" b="0">
                <a:latin typeface="+mn-lt"/>
                <a:ea typeface="+mn-ea"/>
                <a:cs typeface="+mn-cs"/>
                <a:sym typeface="Helvetica Neue Medium"/>
              </a:defRPr>
            </a:lvl1pPr>
          </a:lstStyle>
          <a:p>
            <a:r>
              <a:t>What is vibroacustic signal? </a:t>
            </a:r>
          </a:p>
        </p:txBody>
      </p:sp>
      <p:sp>
        <p:nvSpPr>
          <p:cNvPr id="153" name="Vibroacoustic therapy (VAT) is a type of sound therapy that involves passing low frequency  signals into the body via a device. Fundamental to vibratory effect is the rhythmicity of music.  Scientific studies  reports the benefits of using VAT for Parkin"/>
          <p:cNvSpPr txBox="1"/>
          <p:nvPr/>
        </p:nvSpPr>
        <p:spPr>
          <a:xfrm>
            <a:off x="175865" y="8364125"/>
            <a:ext cx="4742914" cy="1898354"/>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just" defTabSz="931068">
              <a:spcBef>
                <a:spcPts val="5100"/>
              </a:spcBef>
              <a:defRPr sz="1600" b="0">
                <a:latin typeface="Arial"/>
                <a:ea typeface="Arial"/>
                <a:cs typeface="Arial"/>
                <a:sym typeface="Arial"/>
              </a:defRPr>
            </a:pPr>
            <a:r>
              <a:rPr b="1"/>
              <a:t>Vibroacoustic therapy</a:t>
            </a:r>
            <a:r>
              <a:t> (</a:t>
            </a:r>
            <a:r>
              <a:rPr b="1"/>
              <a:t>VAT</a:t>
            </a:r>
            <a:r>
              <a:t>) is a type of </a:t>
            </a:r>
            <a:r>
              <a:rPr>
                <a:hlinkClick r:id="rId3"/>
              </a:rPr>
              <a:t>sound therapy</a:t>
            </a:r>
            <a:r>
              <a:t> that involves passing </a:t>
            </a:r>
            <a:r>
              <a:rPr>
                <a:hlinkClick r:id="rId4"/>
              </a:rPr>
              <a:t>low frequency</a:t>
            </a:r>
            <a:r>
              <a:t>  signals into the body via a device. Fundamental to vibratory effect is the rhythmicity of music.  Scientific studies  reports the benefits of using VAT for Parkinson’s, PTSD, anxiety, physical injuries, brain function, Dementia, COPD, Asthma and much more.</a:t>
            </a:r>
          </a:p>
        </p:txBody>
      </p:sp>
      <p:sp>
        <p:nvSpPr>
          <p:cNvPr id="154" name="Haptic is the sense of touch and it is essential to VAT. A key aspects that sets the sound vibration apart from music is the mechanical  stimulation of cells.  At SeneScie lab, we use our expertise in haptic science to deliver the state to the art haptic"/>
          <p:cNvSpPr txBox="1"/>
          <p:nvPr/>
        </p:nvSpPr>
        <p:spPr>
          <a:xfrm>
            <a:off x="4929626" y="12935380"/>
            <a:ext cx="4434900" cy="1441154"/>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just" defTabSz="931068">
              <a:spcBef>
                <a:spcPts val="5100"/>
              </a:spcBef>
              <a:defRPr sz="1600" b="0">
                <a:latin typeface="Arial"/>
                <a:ea typeface="Arial"/>
                <a:cs typeface="Arial"/>
                <a:sym typeface="Arial"/>
              </a:defRPr>
            </a:lvl1pPr>
          </a:lstStyle>
          <a:p>
            <a:r>
              <a:t>Haptic is the sense of touch and it is essential to VAT. A key aspects that sets the sound vibration apart from music is the mechanical  stimulation of cells.  At SeneScie lab, we use our expertise in haptic science to deliver the state to the art haptic technologies. </a:t>
            </a:r>
          </a:p>
        </p:txBody>
      </p:sp>
      <p:sp>
        <p:nvSpPr>
          <p:cNvPr id="155" name="Rounded Rectangle"/>
          <p:cNvSpPr/>
          <p:nvPr/>
        </p:nvSpPr>
        <p:spPr>
          <a:xfrm>
            <a:off x="1189484" y="10686682"/>
            <a:ext cx="2715677" cy="847726"/>
          </a:xfrm>
          <a:prstGeom prst="roundRect">
            <a:avLst>
              <a:gd name="adj" fmla="val 22472"/>
            </a:avLst>
          </a:prstGeom>
          <a:ln w="25400">
            <a:solidFill>
              <a:srgbClr val="FFFFFF"/>
            </a:solidFill>
            <a:miter lim="400000"/>
          </a:ln>
        </p:spPr>
        <p:txBody>
          <a:bodyPr lIns="38100" tIns="38100" rIns="38100" bIns="38100" anchor="ctr"/>
          <a:lstStyle/>
          <a:p>
            <a:pPr defTabSz="931068">
              <a:defRPr sz="3200" b="0">
                <a:solidFill>
                  <a:srgbClr val="000000"/>
                </a:solidFill>
                <a:latin typeface="+mn-lt"/>
                <a:ea typeface="+mn-ea"/>
                <a:cs typeface="+mn-cs"/>
                <a:sym typeface="Helvetica Neue Medium"/>
              </a:defRPr>
            </a:pPr>
            <a:endParaRPr/>
          </a:p>
        </p:txBody>
      </p:sp>
      <p:sp>
        <p:nvSpPr>
          <p:cNvPr id="156" name="Learn more"/>
          <p:cNvSpPr txBox="1"/>
          <p:nvPr/>
        </p:nvSpPr>
        <p:spPr>
          <a:xfrm>
            <a:off x="1876394" y="10911000"/>
            <a:ext cx="1341857" cy="36167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defTabSz="931068">
              <a:defRPr sz="1800"/>
            </a:lvl1pPr>
          </a:lstStyle>
          <a:p>
            <a:r>
              <a:t>Learn more</a:t>
            </a:r>
          </a:p>
        </p:txBody>
      </p:sp>
      <p:pic>
        <p:nvPicPr>
          <p:cNvPr id="157" name="YOUTUBE frame white.png" descr="YOUTUBE frame white.png"/>
          <p:cNvPicPr>
            <a:picLocks noChangeAspect="1"/>
          </p:cNvPicPr>
          <p:nvPr/>
        </p:nvPicPr>
        <p:blipFill>
          <a:blip r:embed="rId5">
            <a:extLst/>
          </a:blip>
          <a:stretch>
            <a:fillRect/>
          </a:stretch>
        </p:blipFill>
        <p:spPr>
          <a:xfrm>
            <a:off x="3945503" y="26341210"/>
            <a:ext cx="605930" cy="605930"/>
          </a:xfrm>
          <a:prstGeom prst="rect">
            <a:avLst/>
          </a:prstGeom>
          <a:ln w="3175">
            <a:miter lim="400000"/>
          </a:ln>
        </p:spPr>
      </p:pic>
      <p:pic>
        <p:nvPicPr>
          <p:cNvPr id="158" name="INSTAGRAM frame white.png" descr="INSTAGRAM frame white.png"/>
          <p:cNvPicPr>
            <a:picLocks noChangeAspect="1"/>
          </p:cNvPicPr>
          <p:nvPr/>
        </p:nvPicPr>
        <p:blipFill>
          <a:blip r:embed="rId6">
            <a:extLst/>
          </a:blip>
          <a:stretch>
            <a:fillRect/>
          </a:stretch>
        </p:blipFill>
        <p:spPr>
          <a:xfrm>
            <a:off x="6028303" y="26341210"/>
            <a:ext cx="605930" cy="605930"/>
          </a:xfrm>
          <a:prstGeom prst="rect">
            <a:avLst/>
          </a:prstGeom>
          <a:ln w="3175">
            <a:miter lim="400000"/>
          </a:ln>
        </p:spPr>
      </p:pic>
      <p:pic>
        <p:nvPicPr>
          <p:cNvPr id="159" name="TWITTTER frame white.png" descr="TWITTTER frame white.png"/>
          <p:cNvPicPr>
            <a:picLocks noChangeAspect="1"/>
          </p:cNvPicPr>
          <p:nvPr/>
        </p:nvPicPr>
        <p:blipFill>
          <a:blip r:embed="rId7">
            <a:extLst/>
          </a:blip>
          <a:stretch>
            <a:fillRect/>
          </a:stretch>
        </p:blipFill>
        <p:spPr>
          <a:xfrm>
            <a:off x="7031603" y="26341210"/>
            <a:ext cx="605930" cy="605930"/>
          </a:xfrm>
          <a:prstGeom prst="rect">
            <a:avLst/>
          </a:prstGeom>
          <a:ln w="3175">
            <a:miter lim="400000"/>
          </a:ln>
        </p:spPr>
      </p:pic>
      <p:pic>
        <p:nvPicPr>
          <p:cNvPr id="160" name="FB frame white.png" descr="FB frame white.png"/>
          <p:cNvPicPr>
            <a:picLocks noChangeAspect="1"/>
          </p:cNvPicPr>
          <p:nvPr/>
        </p:nvPicPr>
        <p:blipFill>
          <a:blip r:embed="rId8">
            <a:extLst/>
          </a:blip>
          <a:stretch>
            <a:fillRect/>
          </a:stretch>
        </p:blipFill>
        <p:spPr>
          <a:xfrm>
            <a:off x="4898003" y="26341210"/>
            <a:ext cx="605930" cy="605930"/>
          </a:xfrm>
          <a:prstGeom prst="rect">
            <a:avLst/>
          </a:prstGeom>
          <a:ln w="3175">
            <a:miter lim="400000"/>
          </a:ln>
        </p:spPr>
      </p:pic>
      <p:sp>
        <p:nvSpPr>
          <p:cNvPr id="161" name="Stay connected"/>
          <p:cNvSpPr txBox="1"/>
          <p:nvPr/>
        </p:nvSpPr>
        <p:spPr>
          <a:xfrm>
            <a:off x="3908361" y="24609875"/>
            <a:ext cx="2585213" cy="2457812"/>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spcBef>
                <a:spcPts val="12000"/>
              </a:spcBef>
              <a:defRPr sz="2800" b="0"/>
            </a:lvl1pPr>
          </a:lstStyle>
          <a:p>
            <a:r>
              <a:t>Stay connected</a:t>
            </a:r>
          </a:p>
        </p:txBody>
      </p:sp>
      <p:sp>
        <p:nvSpPr>
          <p:cNvPr id="162" name="Copyright Sense Science Lab LTD."/>
          <p:cNvSpPr txBox="1"/>
          <p:nvPr/>
        </p:nvSpPr>
        <p:spPr>
          <a:xfrm>
            <a:off x="491768" y="26688912"/>
            <a:ext cx="2569668" cy="104206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defTabSz="457200">
              <a:lnSpc>
                <a:spcPts val="3300"/>
              </a:lnSpc>
              <a:defRPr sz="1200" b="0"/>
            </a:pPr>
            <a:r>
              <a:t>Copyright Sense Science Lab LTD.</a:t>
            </a:r>
            <a:br/>
            <a:r>
              <a:t/>
            </a:r>
            <a:br/>
            <a:endParaRPr/>
          </a:p>
        </p:txBody>
      </p:sp>
      <p:sp>
        <p:nvSpPr>
          <p:cNvPr id="163" name="Terms and Conditions     Privacy Policy Cookies Contact Us         Sitemap"/>
          <p:cNvSpPr txBox="1"/>
          <p:nvPr/>
        </p:nvSpPr>
        <p:spPr>
          <a:xfrm>
            <a:off x="3065400" y="27181037"/>
            <a:ext cx="6139943" cy="79441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p>
            <a:pPr marL="457200" indent="-457200" algn="l" defTabSz="457200">
              <a:lnSpc>
                <a:spcPts val="3300"/>
              </a:lnSpc>
              <a:tabLst>
                <a:tab pos="139700" algn="l"/>
                <a:tab pos="457200" algn="l"/>
              </a:tabLst>
              <a:defRPr sz="1200" b="0"/>
            </a:pPr>
            <a:r>
              <a:t>		</a:t>
            </a:r>
            <a:r>
              <a:rPr u="sng"/>
              <a:t>Terms and Conditions</a:t>
            </a:r>
            <a:r>
              <a:t>     </a:t>
            </a:r>
            <a:r>
              <a:rPr u="sng"/>
              <a:t>Privacy</a:t>
            </a:r>
            <a:r>
              <a:t> </a:t>
            </a:r>
            <a:r>
              <a:rPr u="sng"/>
              <a:t>Policy</a:t>
            </a:r>
            <a:r>
              <a:t> </a:t>
            </a:r>
            <a:r>
              <a:rPr u="sng"/>
              <a:t>Cookies</a:t>
            </a:r>
            <a:r>
              <a:t> </a:t>
            </a:r>
            <a:r>
              <a:rPr u="sng"/>
              <a:t>Contact Us</a:t>
            </a:r>
            <a:r>
              <a:t>       		</a:t>
            </a:r>
            <a:r>
              <a:rPr u="sng">
                <a:hlinkClick r:id="rId9"/>
              </a:rPr>
              <a:t>Sitemap</a:t>
            </a:r>
            <a:endParaRPr sz="1600"/>
          </a:p>
          <a:p>
            <a:pPr marL="914400" indent="-914400" algn="l" defTabSz="457200">
              <a:lnSpc>
                <a:spcPts val="3300"/>
              </a:lnSpc>
              <a:tabLst>
                <a:tab pos="596900" algn="l"/>
                <a:tab pos="914400" algn="l"/>
              </a:tabLst>
              <a:defRPr sz="1200" b="0"/>
            </a:pPr>
            <a:endParaRPr sz="1600"/>
          </a:p>
        </p:txBody>
      </p:sp>
      <p:pic>
        <p:nvPicPr>
          <p:cNvPr id="164" name="background.png" descr="background.png"/>
          <p:cNvPicPr>
            <a:picLocks noChangeAspect="1"/>
          </p:cNvPicPr>
          <p:nvPr/>
        </p:nvPicPr>
        <p:blipFill>
          <a:blip r:embed="rId10">
            <a:extLst/>
          </a:blip>
          <a:srcRect l="1331" t="9700" r="595" b="5247"/>
          <a:stretch>
            <a:fillRect/>
          </a:stretch>
        </p:blipFill>
        <p:spPr>
          <a:xfrm>
            <a:off x="0" y="904676"/>
            <a:ext cx="9753600" cy="6343921"/>
          </a:xfrm>
          <a:prstGeom prst="rect">
            <a:avLst/>
          </a:prstGeom>
          <a:ln w="3175">
            <a:miter lim="400000"/>
          </a:ln>
        </p:spPr>
      </p:pic>
      <p:sp>
        <p:nvSpPr>
          <p:cNvPr id="165" name="Rounded Rectangle"/>
          <p:cNvSpPr/>
          <p:nvPr/>
        </p:nvSpPr>
        <p:spPr>
          <a:xfrm>
            <a:off x="3518962" y="5564393"/>
            <a:ext cx="2715676" cy="847726"/>
          </a:xfrm>
          <a:prstGeom prst="roundRect">
            <a:avLst>
              <a:gd name="adj" fmla="val 22472"/>
            </a:avLst>
          </a:prstGeom>
          <a:ln w="25400">
            <a:solidFill>
              <a:srgbClr val="FFFFFF"/>
            </a:solidFill>
            <a:miter lim="400000"/>
          </a:ln>
        </p:spPr>
        <p:txBody>
          <a:bodyPr lIns="38100" tIns="38100" rIns="38100" bIns="38100" anchor="ctr"/>
          <a:lstStyle/>
          <a:p>
            <a:pPr defTabSz="931068">
              <a:defRPr sz="3200" b="0">
                <a:solidFill>
                  <a:srgbClr val="000000"/>
                </a:solidFill>
                <a:latin typeface="+mn-lt"/>
                <a:ea typeface="+mn-ea"/>
                <a:cs typeface="+mn-cs"/>
                <a:sym typeface="Helvetica Neue Medium"/>
              </a:defRPr>
            </a:pPr>
            <a:endParaRPr/>
          </a:p>
        </p:txBody>
      </p:sp>
      <p:sp>
        <p:nvSpPr>
          <p:cNvPr id="166" name="Check out our solution"/>
          <p:cNvSpPr txBox="1"/>
          <p:nvPr/>
        </p:nvSpPr>
        <p:spPr>
          <a:xfrm>
            <a:off x="3591966" y="5807420"/>
            <a:ext cx="2569668" cy="361672"/>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defTabSz="931068">
              <a:defRPr sz="1800"/>
            </a:lvl1pPr>
          </a:lstStyle>
          <a:p>
            <a:r>
              <a:t>Check out our solution</a:t>
            </a:r>
          </a:p>
        </p:txBody>
      </p:sp>
      <p:sp>
        <p:nvSpPr>
          <p:cNvPr id="167" name="Vibroacustic Therapy"/>
          <p:cNvSpPr txBox="1"/>
          <p:nvPr/>
        </p:nvSpPr>
        <p:spPr>
          <a:xfrm>
            <a:off x="952500" y="1728581"/>
            <a:ext cx="7848600" cy="247650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b">
            <a:normAutofit/>
          </a:bodyPr>
          <a:lstStyle>
            <a:lvl1pPr defTabSz="577262">
              <a:defRPr sz="7812" b="0">
                <a:latin typeface="+mn-lt"/>
                <a:ea typeface="+mn-ea"/>
                <a:cs typeface="+mn-cs"/>
                <a:sym typeface="Helvetica Neue Medium"/>
              </a:defRPr>
            </a:lvl1pPr>
          </a:lstStyle>
          <a:p>
            <a:r>
              <a:t>Vibroacustic Therapy </a:t>
            </a:r>
          </a:p>
        </p:txBody>
      </p:sp>
      <p:sp>
        <p:nvSpPr>
          <p:cNvPr id="168" name="Connect with nature through quality vibroacustic signals"/>
          <p:cNvSpPr txBox="1"/>
          <p:nvPr/>
        </p:nvSpPr>
        <p:spPr>
          <a:xfrm>
            <a:off x="952500" y="4271756"/>
            <a:ext cx="7848600" cy="847726"/>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ormAutofit/>
          </a:bodyPr>
          <a:lstStyle>
            <a:lvl1pPr defTabSz="418980">
              <a:defRPr sz="2520" b="0"/>
            </a:lvl1pPr>
          </a:lstStyle>
          <a:p>
            <a:r>
              <a:t>Connect with nature through quality vibroacustic signals </a:t>
            </a:r>
          </a:p>
        </p:txBody>
      </p:sp>
      <p:sp>
        <p:nvSpPr>
          <p:cNvPr id="169" name="Quality haptic experiences"/>
          <p:cNvSpPr txBox="1"/>
          <p:nvPr/>
        </p:nvSpPr>
        <p:spPr>
          <a:xfrm>
            <a:off x="4872480" y="12201783"/>
            <a:ext cx="4549192" cy="497689"/>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defTabSz="931068">
              <a:defRPr sz="2800" b="0">
                <a:latin typeface="+mn-lt"/>
                <a:ea typeface="+mn-ea"/>
                <a:cs typeface="+mn-cs"/>
                <a:sym typeface="Helvetica Neue Medium"/>
              </a:defRPr>
            </a:lvl1pPr>
          </a:lstStyle>
          <a:p>
            <a:r>
              <a:t>Quality haptic experiences </a:t>
            </a:r>
          </a:p>
        </p:txBody>
      </p:sp>
      <p:sp>
        <p:nvSpPr>
          <p:cNvPr id="170" name="Follow us on our social media accounts to get more content."/>
          <p:cNvSpPr txBox="1"/>
          <p:nvPr/>
        </p:nvSpPr>
        <p:spPr>
          <a:xfrm>
            <a:off x="2102752" y="25250825"/>
            <a:ext cx="6196432" cy="678689"/>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spcBef>
                <a:spcPts val="12000"/>
              </a:spcBef>
              <a:defRPr sz="2000" b="0"/>
            </a:lvl1pPr>
          </a:lstStyle>
          <a:p>
            <a:r>
              <a:t>Follow us on our social media accounts to get more content.</a:t>
            </a:r>
          </a:p>
        </p:txBody>
      </p:sp>
      <p:sp>
        <p:nvSpPr>
          <p:cNvPr id="171" name="Rounded Rectangle"/>
          <p:cNvSpPr/>
          <p:nvPr/>
        </p:nvSpPr>
        <p:spPr>
          <a:xfrm>
            <a:off x="5789238" y="14891666"/>
            <a:ext cx="2715676" cy="847726"/>
          </a:xfrm>
          <a:prstGeom prst="roundRect">
            <a:avLst>
              <a:gd name="adj" fmla="val 22472"/>
            </a:avLst>
          </a:prstGeom>
          <a:ln w="25400">
            <a:solidFill>
              <a:srgbClr val="FFFFFF"/>
            </a:solidFill>
            <a:miter lim="400000"/>
          </a:ln>
        </p:spPr>
        <p:txBody>
          <a:bodyPr lIns="38100" tIns="38100" rIns="38100" bIns="38100" anchor="ctr"/>
          <a:lstStyle/>
          <a:p>
            <a:pPr defTabSz="931068">
              <a:defRPr sz="3200" b="0">
                <a:solidFill>
                  <a:srgbClr val="000000"/>
                </a:solidFill>
                <a:latin typeface="+mn-lt"/>
                <a:ea typeface="+mn-ea"/>
                <a:cs typeface="+mn-cs"/>
                <a:sym typeface="Helvetica Neue Medium"/>
              </a:defRPr>
            </a:pPr>
            <a:endParaRPr/>
          </a:p>
        </p:txBody>
      </p:sp>
      <p:pic>
        <p:nvPicPr>
          <p:cNvPr id="172" name="background.png" descr="background.png"/>
          <p:cNvPicPr>
            <a:picLocks noChangeAspect="1"/>
          </p:cNvPicPr>
          <p:nvPr/>
        </p:nvPicPr>
        <p:blipFill>
          <a:blip r:embed="rId11">
            <a:extLst/>
          </a:blip>
          <a:srcRect l="4940"/>
          <a:stretch>
            <a:fillRect/>
          </a:stretch>
        </p:blipFill>
        <p:spPr>
          <a:xfrm>
            <a:off x="4944539" y="7380526"/>
            <a:ext cx="4780017" cy="3771324"/>
          </a:xfrm>
          <a:prstGeom prst="rect">
            <a:avLst/>
          </a:prstGeom>
          <a:ln w="3175">
            <a:miter lim="400000"/>
          </a:ln>
        </p:spPr>
      </p:pic>
      <p:sp>
        <p:nvSpPr>
          <p:cNvPr id="173" name="Our haptic technology"/>
          <p:cNvSpPr txBox="1"/>
          <p:nvPr/>
        </p:nvSpPr>
        <p:spPr>
          <a:xfrm>
            <a:off x="5894017" y="15134693"/>
            <a:ext cx="2506118" cy="361672"/>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defTabSz="931068">
              <a:defRPr sz="1800"/>
            </a:lvl1pPr>
          </a:lstStyle>
          <a:p>
            <a:r>
              <a:t>Our haptic technology</a:t>
            </a:r>
          </a:p>
        </p:txBody>
      </p:sp>
      <p:sp>
        <p:nvSpPr>
          <p:cNvPr id="174" name="SeneScie app enables users to  personalize VAT signals for their own preference and utilitarian needs. Some of the key features include:…"/>
          <p:cNvSpPr txBox="1"/>
          <p:nvPr/>
        </p:nvSpPr>
        <p:spPr>
          <a:xfrm>
            <a:off x="329873" y="17444804"/>
            <a:ext cx="4434899" cy="2965154"/>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just" defTabSz="931068">
              <a:spcBef>
                <a:spcPts val="5100"/>
              </a:spcBef>
              <a:defRPr sz="1600" b="0">
                <a:latin typeface="Arial"/>
                <a:ea typeface="Arial"/>
                <a:cs typeface="Arial"/>
                <a:sym typeface="Arial"/>
              </a:defRPr>
            </a:pPr>
            <a:r>
              <a:t>SeneScie app enables users to  personalize VAT signals for their own preference and utilitarian needs. Some of the key features include:</a:t>
            </a:r>
          </a:p>
          <a:p>
            <a:pPr marL="203200" indent="-203200" algn="just" defTabSz="931068">
              <a:spcBef>
                <a:spcPts val="300"/>
              </a:spcBef>
              <a:buSzPct val="100000"/>
              <a:buChar char="•"/>
              <a:defRPr sz="1600" b="0">
                <a:latin typeface="Arial"/>
                <a:ea typeface="Arial"/>
                <a:cs typeface="Arial"/>
                <a:sym typeface="Arial"/>
              </a:defRPr>
            </a:pPr>
            <a:r>
              <a:rPr b="1"/>
              <a:t>Access to</a:t>
            </a:r>
            <a:r>
              <a:t> </a:t>
            </a:r>
            <a:r>
              <a:rPr b="1"/>
              <a:t>large VAT signal libraries</a:t>
            </a:r>
            <a:r>
              <a:t> by means of visualizing vibrations and their descriptive facets</a:t>
            </a:r>
          </a:p>
          <a:p>
            <a:pPr marL="203200" indent="-203200" algn="just" defTabSz="931068">
              <a:spcBef>
                <a:spcPts val="300"/>
              </a:spcBef>
              <a:buSzPct val="100000"/>
              <a:buChar char="•"/>
              <a:defRPr sz="1600" b="0">
                <a:latin typeface="Arial"/>
                <a:ea typeface="Arial"/>
                <a:cs typeface="Arial"/>
                <a:sym typeface="Arial"/>
              </a:defRPr>
            </a:pPr>
            <a:r>
              <a:t>Signal</a:t>
            </a:r>
            <a:r>
              <a:rPr b="1"/>
              <a:t> facets </a:t>
            </a:r>
            <a:r>
              <a:t>and their substructure and linkages</a:t>
            </a:r>
          </a:p>
          <a:p>
            <a:pPr marL="203200" indent="-203200" algn="just" defTabSz="931068">
              <a:spcBef>
                <a:spcPts val="300"/>
              </a:spcBef>
              <a:buSzPct val="100000"/>
              <a:buChar char="•"/>
              <a:defRPr sz="1600" b="0">
                <a:latin typeface="Arial"/>
                <a:ea typeface="Arial"/>
                <a:cs typeface="Arial"/>
                <a:sym typeface="Arial"/>
              </a:defRPr>
            </a:pPr>
            <a:r>
              <a:t>Tuning </a:t>
            </a:r>
            <a:r>
              <a:rPr b="1"/>
              <a:t>filters</a:t>
            </a:r>
            <a:r>
              <a:t> (slider) for VAT signals</a:t>
            </a:r>
          </a:p>
          <a:p>
            <a:pPr marL="203200" indent="-203200" algn="just" defTabSz="931068">
              <a:spcBef>
                <a:spcPts val="300"/>
              </a:spcBef>
              <a:buSzPct val="100000"/>
              <a:buChar char="•"/>
              <a:defRPr sz="1600" b="0">
                <a:latin typeface="Arial"/>
                <a:ea typeface="Arial"/>
                <a:cs typeface="Arial"/>
                <a:sym typeface="Arial"/>
              </a:defRPr>
            </a:pPr>
            <a:r>
              <a:rPr b="1"/>
              <a:t>Simple personalization tools </a:t>
            </a:r>
            <a:r>
              <a:t>for end-users to create and save their own signal</a:t>
            </a:r>
          </a:p>
        </p:txBody>
      </p:sp>
      <p:sp>
        <p:nvSpPr>
          <p:cNvPr id="175" name="VAT signal visualization app"/>
          <p:cNvSpPr txBox="1"/>
          <p:nvPr/>
        </p:nvSpPr>
        <p:spPr>
          <a:xfrm>
            <a:off x="236277" y="16352265"/>
            <a:ext cx="4622090" cy="497688"/>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defTabSz="931068">
              <a:defRPr sz="2800" b="0">
                <a:latin typeface="+mn-lt"/>
                <a:ea typeface="+mn-ea"/>
                <a:cs typeface="+mn-cs"/>
                <a:sym typeface="Helvetica Neue Medium"/>
              </a:defRPr>
            </a:lvl1pPr>
          </a:lstStyle>
          <a:p>
            <a:r>
              <a:t>VAT signal visualization app</a:t>
            </a:r>
          </a:p>
        </p:txBody>
      </p:sp>
      <p:pic>
        <p:nvPicPr>
          <p:cNvPr id="176" name="Image" descr="Image"/>
          <p:cNvPicPr>
            <a:picLocks/>
          </p:cNvPicPr>
          <p:nvPr/>
        </p:nvPicPr>
        <p:blipFill>
          <a:blip r:embed="rId12">
            <a:extLst/>
          </a:blip>
          <a:stretch>
            <a:fillRect/>
          </a:stretch>
        </p:blipFill>
        <p:spPr>
          <a:xfrm>
            <a:off x="459373" y="20900942"/>
            <a:ext cx="1981838" cy="559642"/>
          </a:xfrm>
          <a:prstGeom prst="rect">
            <a:avLst/>
          </a:prstGeom>
        </p:spPr>
      </p:pic>
      <p:pic>
        <p:nvPicPr>
          <p:cNvPr id="177" name="Image" descr="Image"/>
          <p:cNvPicPr>
            <a:picLocks/>
          </p:cNvPicPr>
          <p:nvPr/>
        </p:nvPicPr>
        <p:blipFill>
          <a:blip r:embed="rId13">
            <a:extLst/>
          </a:blip>
          <a:stretch>
            <a:fillRect/>
          </a:stretch>
        </p:blipFill>
        <p:spPr>
          <a:xfrm>
            <a:off x="2740551" y="20931920"/>
            <a:ext cx="1789990" cy="497686"/>
          </a:xfrm>
          <a:prstGeom prst="rect">
            <a:avLst/>
          </a:prstGeom>
        </p:spPr>
      </p:pic>
      <p:pic>
        <p:nvPicPr>
          <p:cNvPr id="178" name="app.jpg" descr="app.jpg"/>
          <p:cNvPicPr>
            <a:picLocks noChangeAspect="1"/>
          </p:cNvPicPr>
          <p:nvPr/>
        </p:nvPicPr>
        <p:blipFill>
          <a:blip r:embed="rId14">
            <a:extLst/>
          </a:blip>
          <a:srcRect t="4255" b="33661"/>
          <a:stretch>
            <a:fillRect/>
          </a:stretch>
        </p:blipFill>
        <p:spPr>
          <a:xfrm>
            <a:off x="5765522" y="16476713"/>
            <a:ext cx="3137965" cy="4329184"/>
          </a:xfrm>
          <a:prstGeom prst="rect">
            <a:avLst/>
          </a:prstGeom>
          <a:ln w="3175">
            <a:miter lim="400000"/>
          </a:ln>
        </p:spPr>
      </p:pic>
      <p:pic>
        <p:nvPicPr>
          <p:cNvPr id="179" name="Screen Shot 2022-07-31 at 3.16.46 PM.png" descr="Screen Shot 2022-07-31 at 3.16.46 PM.png"/>
          <p:cNvPicPr>
            <a:picLocks noChangeAspect="1"/>
          </p:cNvPicPr>
          <p:nvPr/>
        </p:nvPicPr>
        <p:blipFill>
          <a:blip r:embed="rId15">
            <a:extLst/>
          </a:blip>
          <a:stretch>
            <a:fillRect/>
          </a:stretch>
        </p:blipFill>
        <p:spPr>
          <a:xfrm>
            <a:off x="5772467" y="81085"/>
            <a:ext cx="3860801" cy="787401"/>
          </a:xfrm>
          <a:prstGeom prst="rect">
            <a:avLst/>
          </a:prstGeom>
          <a:ln w="3175">
            <a:miter lim="400000"/>
          </a:ln>
        </p:spPr>
      </p:pic>
      <p:pic>
        <p:nvPicPr>
          <p:cNvPr id="180" name="app.jpg" descr="app.jpg"/>
          <p:cNvPicPr>
            <a:picLocks noChangeAspect="1"/>
          </p:cNvPicPr>
          <p:nvPr/>
        </p:nvPicPr>
        <p:blipFill>
          <a:blip r:embed="rId14">
            <a:extLst/>
          </a:blip>
          <a:srcRect t="82217" b="6240"/>
          <a:stretch>
            <a:fillRect/>
          </a:stretch>
        </p:blipFill>
        <p:spPr>
          <a:xfrm>
            <a:off x="5765522" y="20793759"/>
            <a:ext cx="3138001" cy="804861"/>
          </a:xfrm>
          <a:prstGeom prst="rect">
            <a:avLst/>
          </a:prstGeom>
          <a:ln w="3175">
            <a:miter lim="400000"/>
          </a:ln>
        </p:spPr>
      </p:pic>
      <p:sp>
        <p:nvSpPr>
          <p:cNvPr id="181" name="Rectangle"/>
          <p:cNvSpPr/>
          <p:nvPr/>
        </p:nvSpPr>
        <p:spPr>
          <a:xfrm>
            <a:off x="4690389" y="-65090"/>
            <a:ext cx="5091174" cy="7648427"/>
          </a:xfrm>
          <a:prstGeom prst="rect">
            <a:avLst/>
          </a:prstGeom>
          <a:solidFill>
            <a:srgbClr val="FFFFFF"/>
          </a:solidFill>
          <a:ln w="3175">
            <a:miter lim="400000"/>
          </a:ln>
        </p:spPr>
        <p:txBody>
          <a:bodyPr lIns="38100" tIns="38100" rIns="38100" bIns="38100" anchor="ctr"/>
          <a:lstStyle/>
          <a:p>
            <a:pPr>
              <a:defRPr sz="1800" b="0">
                <a:solidFill>
                  <a:srgbClr val="000000"/>
                </a:solidFill>
                <a:latin typeface="+mn-lt"/>
                <a:ea typeface="+mn-ea"/>
                <a:cs typeface="+mn-cs"/>
                <a:sym typeface="Helvetica Neue Medium"/>
              </a:defRPr>
            </a:pPr>
            <a:endParaRPr/>
          </a:p>
        </p:txBody>
      </p:sp>
      <p:sp>
        <p:nvSpPr>
          <p:cNvPr id="182" name="Line"/>
          <p:cNvSpPr/>
          <p:nvPr/>
        </p:nvSpPr>
        <p:spPr>
          <a:xfrm flipH="1">
            <a:off x="9157983" y="202569"/>
            <a:ext cx="195016" cy="195016"/>
          </a:xfrm>
          <a:prstGeom prst="line">
            <a:avLst/>
          </a:prstGeom>
          <a:ln w="12700">
            <a:solidFill>
              <a:srgbClr val="53585F"/>
            </a:solidFill>
            <a:miter lim="400000"/>
          </a:ln>
        </p:spPr>
        <p:txBody>
          <a:bodyPr lIns="38100" tIns="38100" rIns="38100" bIns="38100" anchor="ctr"/>
          <a:lstStyle/>
          <a:p>
            <a:pPr>
              <a:defRPr sz="5600" b="0">
                <a:latin typeface="+mn-lt"/>
                <a:ea typeface="+mn-ea"/>
                <a:cs typeface="+mn-cs"/>
                <a:sym typeface="Helvetica Neue Medium"/>
              </a:defRPr>
            </a:pPr>
            <a:endParaRPr/>
          </a:p>
        </p:txBody>
      </p:sp>
      <p:sp>
        <p:nvSpPr>
          <p:cNvPr id="183" name="Line"/>
          <p:cNvSpPr/>
          <p:nvPr/>
        </p:nvSpPr>
        <p:spPr>
          <a:xfrm>
            <a:off x="9157983" y="202569"/>
            <a:ext cx="195016" cy="195016"/>
          </a:xfrm>
          <a:prstGeom prst="line">
            <a:avLst/>
          </a:prstGeom>
          <a:ln w="12700">
            <a:solidFill>
              <a:srgbClr val="53585F"/>
            </a:solidFill>
            <a:miter lim="400000"/>
          </a:ln>
        </p:spPr>
        <p:txBody>
          <a:bodyPr lIns="38100" tIns="38100" rIns="38100" bIns="38100" anchor="ctr"/>
          <a:lstStyle/>
          <a:p>
            <a:pPr>
              <a:defRPr sz="5600" b="0">
                <a:latin typeface="+mn-lt"/>
                <a:ea typeface="+mn-ea"/>
                <a:cs typeface="+mn-cs"/>
                <a:sym typeface="Helvetica Neue Medium"/>
              </a:defRPr>
            </a:pPr>
            <a:endParaRPr/>
          </a:p>
        </p:txBody>
      </p:sp>
      <p:sp>
        <p:nvSpPr>
          <p:cNvPr id="184" name="close"/>
          <p:cNvSpPr txBox="1"/>
          <p:nvPr/>
        </p:nvSpPr>
        <p:spPr>
          <a:xfrm>
            <a:off x="8523249" y="143904"/>
            <a:ext cx="543002" cy="286945"/>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defRPr sz="1400">
                <a:solidFill>
                  <a:srgbClr val="000000"/>
                </a:solidFill>
              </a:defRPr>
            </a:lvl1pPr>
          </a:lstStyle>
          <a:p>
            <a:r>
              <a:t>close</a:t>
            </a:r>
          </a:p>
        </p:txBody>
      </p:sp>
      <p:sp>
        <p:nvSpPr>
          <p:cNvPr id="185" name="Text"/>
          <p:cNvSpPr txBox="1"/>
          <p:nvPr/>
        </p:nvSpPr>
        <p:spPr>
          <a:xfrm>
            <a:off x="5159476" y="831048"/>
            <a:ext cx="1784148" cy="1105257"/>
          </a:xfrm>
          <a:prstGeom prst="rect">
            <a:avLst/>
          </a:prstGeom>
          <a:ln w="3175">
            <a:miter lim="400000"/>
          </a:ln>
        </p:spPr>
        <p:txBody>
          <a:bodyPr wrap="none" lIns="38100" tIns="38100" rIns="38100" bIns="38100" anchor="ctr">
            <a:spAutoFit/>
          </a:bodyPr>
          <a:lstStyle/>
          <a:p>
            <a:endParaRPr/>
          </a:p>
        </p:txBody>
      </p:sp>
      <p:sp>
        <p:nvSpPr>
          <p:cNvPr id="186" name="Home…"/>
          <p:cNvSpPr txBox="1"/>
          <p:nvPr/>
        </p:nvSpPr>
        <p:spPr>
          <a:xfrm>
            <a:off x="5277574" y="1509155"/>
            <a:ext cx="3068016" cy="2915352"/>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p>
            <a:pPr algn="l">
              <a:lnSpc>
                <a:spcPct val="170000"/>
              </a:lnSpc>
              <a:defRPr sz="2400" b="0">
                <a:solidFill>
                  <a:srgbClr val="000000"/>
                </a:solidFill>
                <a:latin typeface="+mn-lt"/>
                <a:ea typeface="+mn-ea"/>
                <a:cs typeface="+mn-cs"/>
                <a:sym typeface="Helvetica Neue Medium"/>
              </a:defRPr>
            </a:pPr>
            <a:r>
              <a:t>Home</a:t>
            </a:r>
          </a:p>
          <a:p>
            <a:pPr algn="l">
              <a:lnSpc>
                <a:spcPct val="170000"/>
              </a:lnSpc>
              <a:defRPr sz="2400" b="0">
                <a:solidFill>
                  <a:srgbClr val="000000"/>
                </a:solidFill>
                <a:latin typeface="+mn-lt"/>
                <a:ea typeface="+mn-ea"/>
                <a:cs typeface="+mn-cs"/>
                <a:sym typeface="Helvetica Neue Medium"/>
              </a:defRPr>
            </a:pPr>
            <a:r>
              <a:t>Vibroacustic Therapy</a:t>
            </a:r>
          </a:p>
          <a:p>
            <a:pPr algn="l">
              <a:lnSpc>
                <a:spcPct val="170000"/>
              </a:lnSpc>
              <a:defRPr sz="2400" b="0">
                <a:solidFill>
                  <a:srgbClr val="000000"/>
                </a:solidFill>
                <a:latin typeface="+mn-lt"/>
                <a:ea typeface="+mn-ea"/>
                <a:cs typeface="+mn-cs"/>
                <a:sym typeface="Helvetica Neue Medium"/>
              </a:defRPr>
            </a:pPr>
            <a:r>
              <a:t>Our Solution</a:t>
            </a:r>
          </a:p>
          <a:p>
            <a:pPr algn="l">
              <a:lnSpc>
                <a:spcPct val="170000"/>
              </a:lnSpc>
              <a:defRPr sz="2400" b="0">
                <a:solidFill>
                  <a:srgbClr val="000000"/>
                </a:solidFill>
                <a:latin typeface="+mn-lt"/>
                <a:ea typeface="+mn-ea"/>
                <a:cs typeface="+mn-cs"/>
                <a:sym typeface="Helvetica Neue Medium"/>
              </a:defRPr>
            </a:pPr>
            <a:r>
              <a:t>About Us</a:t>
            </a:r>
          </a:p>
          <a:p>
            <a:pPr algn="l">
              <a:lnSpc>
                <a:spcPct val="170000"/>
              </a:lnSpc>
              <a:defRPr sz="2400" b="0">
                <a:solidFill>
                  <a:srgbClr val="000000"/>
                </a:solidFill>
                <a:latin typeface="+mn-lt"/>
                <a:ea typeface="+mn-ea"/>
                <a:cs typeface="+mn-cs"/>
                <a:sym typeface="Helvetica Neue Medium"/>
              </a:defRPr>
            </a:pPr>
            <a:r>
              <a:t>Cart</a:t>
            </a:r>
          </a:p>
        </p:txBody>
      </p:sp>
      <p:sp>
        <p:nvSpPr>
          <p:cNvPr id="187" name="Shopping Cart"/>
          <p:cNvSpPr/>
          <p:nvPr/>
        </p:nvSpPr>
        <p:spPr>
          <a:xfrm>
            <a:off x="6619973" y="3909017"/>
            <a:ext cx="467951" cy="430977"/>
          </a:xfrm>
          <a:custGeom>
            <a:avLst/>
            <a:gdLst/>
            <a:ahLst/>
            <a:cxnLst>
              <a:cxn ang="0">
                <a:pos x="wd2" y="hd2"/>
              </a:cxn>
              <a:cxn ang="5400000">
                <a:pos x="wd2" y="hd2"/>
              </a:cxn>
              <a:cxn ang="10800000">
                <a:pos x="wd2" y="hd2"/>
              </a:cxn>
              <a:cxn ang="16200000">
                <a:pos x="wd2" y="hd2"/>
              </a:cxn>
            </a:cxnLst>
            <a:rect l="0" t="0" r="r" b="b"/>
            <a:pathLst>
              <a:path w="21574" h="21600" extrusionOk="0">
                <a:moveTo>
                  <a:pt x="767" y="0"/>
                </a:moveTo>
                <a:cubicBezTo>
                  <a:pt x="584" y="0"/>
                  <a:pt x="413" y="68"/>
                  <a:pt x="272" y="198"/>
                </a:cubicBezTo>
                <a:cubicBezTo>
                  <a:pt x="111" y="346"/>
                  <a:pt x="15" y="554"/>
                  <a:pt x="1" y="784"/>
                </a:cubicBezTo>
                <a:cubicBezTo>
                  <a:pt x="-26" y="1237"/>
                  <a:pt x="278" y="1628"/>
                  <a:pt x="693" y="1674"/>
                </a:cubicBezTo>
                <a:lnTo>
                  <a:pt x="3399" y="1971"/>
                </a:lnTo>
                <a:lnTo>
                  <a:pt x="6448" y="12924"/>
                </a:lnTo>
                <a:lnTo>
                  <a:pt x="4970" y="17349"/>
                </a:lnTo>
                <a:lnTo>
                  <a:pt x="4442" y="17349"/>
                </a:lnTo>
                <a:cubicBezTo>
                  <a:pt x="4270" y="17349"/>
                  <a:pt x="4130" y="17499"/>
                  <a:pt x="4130" y="17686"/>
                </a:cubicBezTo>
                <a:lnTo>
                  <a:pt x="4130" y="18243"/>
                </a:lnTo>
                <a:cubicBezTo>
                  <a:pt x="4125" y="18243"/>
                  <a:pt x="4120" y="18243"/>
                  <a:pt x="4115" y="18243"/>
                </a:cubicBezTo>
                <a:cubicBezTo>
                  <a:pt x="3270" y="18243"/>
                  <a:pt x="2583" y="18991"/>
                  <a:pt x="2583" y="19909"/>
                </a:cubicBezTo>
                <a:cubicBezTo>
                  <a:pt x="2583" y="20827"/>
                  <a:pt x="3270" y="21574"/>
                  <a:pt x="4115" y="21574"/>
                </a:cubicBezTo>
                <a:cubicBezTo>
                  <a:pt x="4959" y="21574"/>
                  <a:pt x="5646" y="20827"/>
                  <a:pt x="5646" y="19909"/>
                </a:cubicBezTo>
                <a:cubicBezTo>
                  <a:pt x="5646" y="19672"/>
                  <a:pt x="5601" y="19444"/>
                  <a:pt x="5512" y="19230"/>
                </a:cubicBezTo>
                <a:lnTo>
                  <a:pt x="5679" y="19094"/>
                </a:lnTo>
                <a:lnTo>
                  <a:pt x="5679" y="18026"/>
                </a:lnTo>
                <a:lnTo>
                  <a:pt x="18462" y="18026"/>
                </a:lnTo>
                <a:lnTo>
                  <a:pt x="18462" y="19094"/>
                </a:lnTo>
                <a:lnTo>
                  <a:pt x="18647" y="19247"/>
                </a:lnTo>
                <a:cubicBezTo>
                  <a:pt x="18556" y="19464"/>
                  <a:pt x="18510" y="19695"/>
                  <a:pt x="18510" y="19935"/>
                </a:cubicBezTo>
                <a:cubicBezTo>
                  <a:pt x="18510" y="20853"/>
                  <a:pt x="19198" y="21600"/>
                  <a:pt x="20043" y="21600"/>
                </a:cubicBezTo>
                <a:cubicBezTo>
                  <a:pt x="20887" y="21600"/>
                  <a:pt x="21574" y="20852"/>
                  <a:pt x="21574" y="19933"/>
                </a:cubicBezTo>
                <a:cubicBezTo>
                  <a:pt x="21574" y="19015"/>
                  <a:pt x="20887" y="18269"/>
                  <a:pt x="20043" y="18269"/>
                </a:cubicBezTo>
                <a:cubicBezTo>
                  <a:pt x="20036" y="18269"/>
                  <a:pt x="20029" y="18269"/>
                  <a:pt x="20022" y="18269"/>
                </a:cubicBezTo>
                <a:lnTo>
                  <a:pt x="20022" y="17686"/>
                </a:lnTo>
                <a:cubicBezTo>
                  <a:pt x="20022" y="17499"/>
                  <a:pt x="19882" y="17349"/>
                  <a:pt x="19710" y="17349"/>
                </a:cubicBezTo>
                <a:lnTo>
                  <a:pt x="11179" y="17349"/>
                </a:lnTo>
                <a:cubicBezTo>
                  <a:pt x="10281" y="17349"/>
                  <a:pt x="9550" y="16553"/>
                  <a:pt x="9550" y="15578"/>
                </a:cubicBezTo>
                <a:lnTo>
                  <a:pt x="9550" y="12821"/>
                </a:lnTo>
                <a:lnTo>
                  <a:pt x="20022" y="11026"/>
                </a:lnTo>
                <a:lnTo>
                  <a:pt x="20022" y="3120"/>
                </a:lnTo>
                <a:lnTo>
                  <a:pt x="3874" y="1342"/>
                </a:lnTo>
                <a:lnTo>
                  <a:pt x="3838" y="1207"/>
                </a:lnTo>
                <a:cubicBezTo>
                  <a:pt x="3687" y="664"/>
                  <a:pt x="3253" y="275"/>
                  <a:pt x="2734" y="215"/>
                </a:cubicBezTo>
                <a:cubicBezTo>
                  <a:pt x="2323" y="167"/>
                  <a:pt x="1374" y="63"/>
                  <a:pt x="846" y="6"/>
                </a:cubicBezTo>
                <a:cubicBezTo>
                  <a:pt x="820" y="3"/>
                  <a:pt x="793" y="0"/>
                  <a:pt x="767" y="0"/>
                </a:cubicBezTo>
                <a:close/>
                <a:moveTo>
                  <a:pt x="770" y="677"/>
                </a:moveTo>
                <a:cubicBezTo>
                  <a:pt x="775" y="677"/>
                  <a:pt x="779" y="679"/>
                  <a:pt x="784" y="679"/>
                </a:cubicBezTo>
                <a:cubicBezTo>
                  <a:pt x="1196" y="724"/>
                  <a:pt x="2351" y="852"/>
                  <a:pt x="2667" y="888"/>
                </a:cubicBezTo>
                <a:cubicBezTo>
                  <a:pt x="2890" y="914"/>
                  <a:pt x="3083" y="1055"/>
                  <a:pt x="3188" y="1265"/>
                </a:cubicBezTo>
                <a:lnTo>
                  <a:pt x="755" y="997"/>
                </a:lnTo>
                <a:cubicBezTo>
                  <a:pt x="674" y="988"/>
                  <a:pt x="616" y="909"/>
                  <a:pt x="624" y="821"/>
                </a:cubicBezTo>
                <a:cubicBezTo>
                  <a:pt x="632" y="739"/>
                  <a:pt x="695" y="677"/>
                  <a:pt x="770" y="677"/>
                </a:cubicBezTo>
                <a:close/>
                <a:moveTo>
                  <a:pt x="4070" y="2045"/>
                </a:moveTo>
                <a:lnTo>
                  <a:pt x="5402" y="2191"/>
                </a:lnTo>
                <a:lnTo>
                  <a:pt x="6101" y="5250"/>
                </a:lnTo>
                <a:lnTo>
                  <a:pt x="4956" y="5224"/>
                </a:lnTo>
                <a:lnTo>
                  <a:pt x="4070" y="2045"/>
                </a:lnTo>
                <a:close/>
                <a:moveTo>
                  <a:pt x="5747" y="2230"/>
                </a:moveTo>
                <a:lnTo>
                  <a:pt x="7050" y="2374"/>
                </a:lnTo>
                <a:lnTo>
                  <a:pt x="7641" y="5285"/>
                </a:lnTo>
                <a:lnTo>
                  <a:pt x="6441" y="5257"/>
                </a:lnTo>
                <a:lnTo>
                  <a:pt x="5747" y="2230"/>
                </a:lnTo>
                <a:close/>
                <a:moveTo>
                  <a:pt x="7394" y="2411"/>
                </a:moveTo>
                <a:lnTo>
                  <a:pt x="8657" y="2549"/>
                </a:lnTo>
                <a:lnTo>
                  <a:pt x="9152" y="5319"/>
                </a:lnTo>
                <a:lnTo>
                  <a:pt x="7977" y="5293"/>
                </a:lnTo>
                <a:lnTo>
                  <a:pt x="7394" y="2411"/>
                </a:lnTo>
                <a:close/>
                <a:moveTo>
                  <a:pt x="8997" y="2588"/>
                </a:moveTo>
                <a:lnTo>
                  <a:pt x="10269" y="2728"/>
                </a:lnTo>
                <a:lnTo>
                  <a:pt x="10671" y="5354"/>
                </a:lnTo>
                <a:lnTo>
                  <a:pt x="9486" y="5326"/>
                </a:lnTo>
                <a:lnTo>
                  <a:pt x="8997" y="2588"/>
                </a:lnTo>
                <a:close/>
                <a:moveTo>
                  <a:pt x="10607" y="2766"/>
                </a:moveTo>
                <a:lnTo>
                  <a:pt x="11866" y="2904"/>
                </a:lnTo>
                <a:lnTo>
                  <a:pt x="12176" y="5388"/>
                </a:lnTo>
                <a:lnTo>
                  <a:pt x="11002" y="5362"/>
                </a:lnTo>
                <a:lnTo>
                  <a:pt x="10607" y="2766"/>
                </a:lnTo>
                <a:close/>
                <a:moveTo>
                  <a:pt x="12201" y="2941"/>
                </a:moveTo>
                <a:lnTo>
                  <a:pt x="13399" y="3072"/>
                </a:lnTo>
                <a:lnTo>
                  <a:pt x="13641" y="5421"/>
                </a:lnTo>
                <a:lnTo>
                  <a:pt x="12508" y="5395"/>
                </a:lnTo>
                <a:lnTo>
                  <a:pt x="12201" y="2941"/>
                </a:lnTo>
                <a:close/>
                <a:moveTo>
                  <a:pt x="13732" y="3109"/>
                </a:moveTo>
                <a:lnTo>
                  <a:pt x="15026" y="3251"/>
                </a:lnTo>
                <a:lnTo>
                  <a:pt x="15176" y="5457"/>
                </a:lnTo>
                <a:lnTo>
                  <a:pt x="13970" y="5429"/>
                </a:lnTo>
                <a:lnTo>
                  <a:pt x="13732" y="3109"/>
                </a:lnTo>
                <a:close/>
                <a:moveTo>
                  <a:pt x="15358" y="3288"/>
                </a:moveTo>
                <a:lnTo>
                  <a:pt x="16540" y="3419"/>
                </a:lnTo>
                <a:lnTo>
                  <a:pt x="16628" y="5491"/>
                </a:lnTo>
                <a:lnTo>
                  <a:pt x="15504" y="5464"/>
                </a:lnTo>
                <a:lnTo>
                  <a:pt x="15358" y="3288"/>
                </a:lnTo>
                <a:close/>
                <a:moveTo>
                  <a:pt x="16868" y="3454"/>
                </a:moveTo>
                <a:lnTo>
                  <a:pt x="18183" y="3600"/>
                </a:lnTo>
                <a:lnTo>
                  <a:pt x="18180" y="5526"/>
                </a:lnTo>
                <a:lnTo>
                  <a:pt x="16956" y="5498"/>
                </a:lnTo>
                <a:lnTo>
                  <a:pt x="16868" y="3454"/>
                </a:lnTo>
                <a:close/>
                <a:moveTo>
                  <a:pt x="18511" y="3635"/>
                </a:moveTo>
                <a:lnTo>
                  <a:pt x="19399" y="3733"/>
                </a:lnTo>
                <a:lnTo>
                  <a:pt x="19399" y="5554"/>
                </a:lnTo>
                <a:lnTo>
                  <a:pt x="18508" y="5533"/>
                </a:lnTo>
                <a:lnTo>
                  <a:pt x="18511" y="3635"/>
                </a:lnTo>
                <a:close/>
                <a:moveTo>
                  <a:pt x="5055" y="5582"/>
                </a:moveTo>
                <a:lnTo>
                  <a:pt x="6183" y="5606"/>
                </a:lnTo>
                <a:lnTo>
                  <a:pt x="6964" y="9018"/>
                </a:lnTo>
                <a:lnTo>
                  <a:pt x="6034" y="9096"/>
                </a:lnTo>
                <a:lnTo>
                  <a:pt x="5055" y="5582"/>
                </a:lnTo>
                <a:close/>
                <a:moveTo>
                  <a:pt x="6521" y="5616"/>
                </a:moveTo>
                <a:lnTo>
                  <a:pt x="7713" y="5642"/>
                </a:lnTo>
                <a:lnTo>
                  <a:pt x="8374" y="8900"/>
                </a:lnTo>
                <a:lnTo>
                  <a:pt x="7294" y="8990"/>
                </a:lnTo>
                <a:lnTo>
                  <a:pt x="6521" y="5616"/>
                </a:lnTo>
                <a:close/>
                <a:moveTo>
                  <a:pt x="8049" y="5649"/>
                </a:moveTo>
                <a:lnTo>
                  <a:pt x="9217" y="5677"/>
                </a:lnTo>
                <a:lnTo>
                  <a:pt x="9771" y="8781"/>
                </a:lnTo>
                <a:lnTo>
                  <a:pt x="8703" y="8872"/>
                </a:lnTo>
                <a:lnTo>
                  <a:pt x="8049" y="5649"/>
                </a:lnTo>
                <a:close/>
                <a:moveTo>
                  <a:pt x="9552" y="5685"/>
                </a:moveTo>
                <a:lnTo>
                  <a:pt x="10724" y="5711"/>
                </a:lnTo>
                <a:lnTo>
                  <a:pt x="11174" y="8663"/>
                </a:lnTo>
                <a:lnTo>
                  <a:pt x="10099" y="8753"/>
                </a:lnTo>
                <a:lnTo>
                  <a:pt x="9552" y="5685"/>
                </a:lnTo>
                <a:close/>
                <a:moveTo>
                  <a:pt x="11057" y="5718"/>
                </a:moveTo>
                <a:lnTo>
                  <a:pt x="12221" y="5744"/>
                </a:lnTo>
                <a:lnTo>
                  <a:pt x="12573" y="8544"/>
                </a:lnTo>
                <a:lnTo>
                  <a:pt x="11502" y="8635"/>
                </a:lnTo>
                <a:lnTo>
                  <a:pt x="11057" y="5718"/>
                </a:lnTo>
                <a:close/>
                <a:moveTo>
                  <a:pt x="12552" y="5752"/>
                </a:moveTo>
                <a:lnTo>
                  <a:pt x="13679" y="5778"/>
                </a:lnTo>
                <a:lnTo>
                  <a:pt x="13952" y="8428"/>
                </a:lnTo>
                <a:lnTo>
                  <a:pt x="12899" y="8518"/>
                </a:lnTo>
                <a:lnTo>
                  <a:pt x="12552" y="5752"/>
                </a:lnTo>
                <a:close/>
                <a:moveTo>
                  <a:pt x="14008" y="5785"/>
                </a:moveTo>
                <a:lnTo>
                  <a:pt x="15200" y="5813"/>
                </a:lnTo>
                <a:lnTo>
                  <a:pt x="15368" y="8309"/>
                </a:lnTo>
                <a:lnTo>
                  <a:pt x="14278" y="8400"/>
                </a:lnTo>
                <a:lnTo>
                  <a:pt x="14008" y="5785"/>
                </a:lnTo>
                <a:close/>
                <a:moveTo>
                  <a:pt x="15528" y="5821"/>
                </a:moveTo>
                <a:lnTo>
                  <a:pt x="16643" y="5847"/>
                </a:lnTo>
                <a:lnTo>
                  <a:pt x="16745" y="8193"/>
                </a:lnTo>
                <a:lnTo>
                  <a:pt x="15694" y="8281"/>
                </a:lnTo>
                <a:lnTo>
                  <a:pt x="15528" y="5821"/>
                </a:lnTo>
                <a:close/>
                <a:moveTo>
                  <a:pt x="16971" y="5854"/>
                </a:moveTo>
                <a:lnTo>
                  <a:pt x="18180" y="5881"/>
                </a:lnTo>
                <a:lnTo>
                  <a:pt x="18175" y="8072"/>
                </a:lnTo>
                <a:lnTo>
                  <a:pt x="17071" y="8165"/>
                </a:lnTo>
                <a:lnTo>
                  <a:pt x="16971" y="5854"/>
                </a:lnTo>
                <a:close/>
                <a:moveTo>
                  <a:pt x="18506" y="5888"/>
                </a:moveTo>
                <a:lnTo>
                  <a:pt x="19399" y="5909"/>
                </a:lnTo>
                <a:lnTo>
                  <a:pt x="19399" y="7969"/>
                </a:lnTo>
                <a:lnTo>
                  <a:pt x="18503" y="8044"/>
                </a:lnTo>
                <a:lnTo>
                  <a:pt x="18506" y="5888"/>
                </a:lnTo>
                <a:close/>
                <a:moveTo>
                  <a:pt x="19399" y="8325"/>
                </a:moveTo>
                <a:lnTo>
                  <a:pt x="19399" y="10447"/>
                </a:lnTo>
                <a:lnTo>
                  <a:pt x="18496" y="10602"/>
                </a:lnTo>
                <a:lnTo>
                  <a:pt x="18501" y="8400"/>
                </a:lnTo>
                <a:lnTo>
                  <a:pt x="19399" y="8325"/>
                </a:lnTo>
                <a:close/>
                <a:moveTo>
                  <a:pt x="18175" y="8428"/>
                </a:moveTo>
                <a:lnTo>
                  <a:pt x="18170" y="10658"/>
                </a:lnTo>
                <a:lnTo>
                  <a:pt x="17184" y="10826"/>
                </a:lnTo>
                <a:lnTo>
                  <a:pt x="17086" y="8519"/>
                </a:lnTo>
                <a:lnTo>
                  <a:pt x="18175" y="8428"/>
                </a:lnTo>
                <a:close/>
                <a:moveTo>
                  <a:pt x="16760" y="8547"/>
                </a:moveTo>
                <a:lnTo>
                  <a:pt x="16860" y="10882"/>
                </a:lnTo>
                <a:lnTo>
                  <a:pt x="15881" y="11050"/>
                </a:lnTo>
                <a:lnTo>
                  <a:pt x="15718" y="8635"/>
                </a:lnTo>
                <a:lnTo>
                  <a:pt x="16760" y="8547"/>
                </a:lnTo>
                <a:close/>
                <a:moveTo>
                  <a:pt x="15392" y="8663"/>
                </a:moveTo>
                <a:lnTo>
                  <a:pt x="15557" y="11106"/>
                </a:lnTo>
                <a:lnTo>
                  <a:pt x="14575" y="11274"/>
                </a:lnTo>
                <a:lnTo>
                  <a:pt x="14314" y="8755"/>
                </a:lnTo>
                <a:lnTo>
                  <a:pt x="15392" y="8663"/>
                </a:lnTo>
                <a:close/>
                <a:moveTo>
                  <a:pt x="13988" y="8781"/>
                </a:moveTo>
                <a:lnTo>
                  <a:pt x="14250" y="11330"/>
                </a:lnTo>
                <a:lnTo>
                  <a:pt x="13273" y="11496"/>
                </a:lnTo>
                <a:lnTo>
                  <a:pt x="12944" y="8870"/>
                </a:lnTo>
                <a:lnTo>
                  <a:pt x="13988" y="8781"/>
                </a:lnTo>
                <a:close/>
                <a:moveTo>
                  <a:pt x="12618" y="8898"/>
                </a:moveTo>
                <a:lnTo>
                  <a:pt x="12951" y="11552"/>
                </a:lnTo>
                <a:lnTo>
                  <a:pt x="11972" y="11720"/>
                </a:lnTo>
                <a:lnTo>
                  <a:pt x="11555" y="8988"/>
                </a:lnTo>
                <a:lnTo>
                  <a:pt x="12618" y="8898"/>
                </a:lnTo>
                <a:close/>
                <a:moveTo>
                  <a:pt x="11227" y="9014"/>
                </a:moveTo>
                <a:lnTo>
                  <a:pt x="11648" y="11776"/>
                </a:lnTo>
                <a:lnTo>
                  <a:pt x="10671" y="11944"/>
                </a:lnTo>
                <a:lnTo>
                  <a:pt x="10163" y="9105"/>
                </a:lnTo>
                <a:lnTo>
                  <a:pt x="11227" y="9014"/>
                </a:lnTo>
                <a:close/>
                <a:moveTo>
                  <a:pt x="9835" y="9132"/>
                </a:moveTo>
                <a:lnTo>
                  <a:pt x="10348" y="11998"/>
                </a:lnTo>
                <a:lnTo>
                  <a:pt x="9371" y="12166"/>
                </a:lnTo>
                <a:lnTo>
                  <a:pt x="8774" y="9221"/>
                </a:lnTo>
                <a:lnTo>
                  <a:pt x="9835" y="9132"/>
                </a:lnTo>
                <a:close/>
                <a:moveTo>
                  <a:pt x="8444" y="9249"/>
                </a:moveTo>
                <a:lnTo>
                  <a:pt x="9047" y="12222"/>
                </a:lnTo>
                <a:lnTo>
                  <a:pt x="8072" y="12388"/>
                </a:lnTo>
                <a:lnTo>
                  <a:pt x="7375" y="9341"/>
                </a:lnTo>
                <a:lnTo>
                  <a:pt x="8444" y="9249"/>
                </a:lnTo>
                <a:close/>
                <a:moveTo>
                  <a:pt x="7043" y="9369"/>
                </a:moveTo>
                <a:lnTo>
                  <a:pt x="7747" y="12444"/>
                </a:lnTo>
                <a:lnTo>
                  <a:pt x="7000" y="12573"/>
                </a:lnTo>
                <a:lnTo>
                  <a:pt x="6130" y="9445"/>
                </a:lnTo>
                <a:lnTo>
                  <a:pt x="7043" y="9369"/>
                </a:lnTo>
                <a:close/>
                <a:moveTo>
                  <a:pt x="8927" y="12929"/>
                </a:moveTo>
                <a:lnTo>
                  <a:pt x="8927" y="15578"/>
                </a:lnTo>
                <a:cubicBezTo>
                  <a:pt x="8927" y="16249"/>
                  <a:pt x="9179" y="16887"/>
                  <a:pt x="9625" y="17349"/>
                </a:cubicBezTo>
                <a:lnTo>
                  <a:pt x="5632" y="17349"/>
                </a:lnTo>
                <a:lnTo>
                  <a:pt x="6999" y="13260"/>
                </a:lnTo>
                <a:lnTo>
                  <a:pt x="8927" y="12929"/>
                </a:lnTo>
                <a:close/>
                <a:moveTo>
                  <a:pt x="4115" y="18922"/>
                </a:moveTo>
                <a:cubicBezTo>
                  <a:pt x="4120" y="18922"/>
                  <a:pt x="4125" y="18922"/>
                  <a:pt x="4130" y="18922"/>
                </a:cubicBezTo>
                <a:lnTo>
                  <a:pt x="4130" y="19144"/>
                </a:lnTo>
                <a:lnTo>
                  <a:pt x="3761" y="19639"/>
                </a:lnTo>
                <a:cubicBezTo>
                  <a:pt x="3631" y="19820"/>
                  <a:pt x="3652" y="20081"/>
                  <a:pt x="3811" y="20232"/>
                </a:cubicBezTo>
                <a:cubicBezTo>
                  <a:pt x="3876" y="20295"/>
                  <a:pt x="3956" y="20327"/>
                  <a:pt x="4039" y="20327"/>
                </a:cubicBezTo>
                <a:cubicBezTo>
                  <a:pt x="4127" y="20327"/>
                  <a:pt x="4215" y="20292"/>
                  <a:pt x="4295" y="20225"/>
                </a:cubicBezTo>
                <a:lnTo>
                  <a:pt x="4992" y="19655"/>
                </a:lnTo>
                <a:cubicBezTo>
                  <a:pt x="5013" y="19739"/>
                  <a:pt x="5023" y="19824"/>
                  <a:pt x="5023" y="19909"/>
                </a:cubicBezTo>
                <a:cubicBezTo>
                  <a:pt x="5023" y="20453"/>
                  <a:pt x="4615" y="20895"/>
                  <a:pt x="4115" y="20895"/>
                </a:cubicBezTo>
                <a:cubicBezTo>
                  <a:pt x="3614" y="20895"/>
                  <a:pt x="3206" y="20453"/>
                  <a:pt x="3206" y="19909"/>
                </a:cubicBezTo>
                <a:cubicBezTo>
                  <a:pt x="3206" y="19365"/>
                  <a:pt x="3614" y="18922"/>
                  <a:pt x="4115" y="18922"/>
                </a:cubicBezTo>
                <a:close/>
                <a:moveTo>
                  <a:pt x="20022" y="18948"/>
                </a:moveTo>
                <a:cubicBezTo>
                  <a:pt x="20029" y="18948"/>
                  <a:pt x="20036" y="18948"/>
                  <a:pt x="20043" y="18948"/>
                </a:cubicBezTo>
                <a:cubicBezTo>
                  <a:pt x="20543" y="18948"/>
                  <a:pt x="20949" y="19391"/>
                  <a:pt x="20949" y="19935"/>
                </a:cubicBezTo>
                <a:cubicBezTo>
                  <a:pt x="20949" y="20479"/>
                  <a:pt x="20543" y="20921"/>
                  <a:pt x="20043" y="20921"/>
                </a:cubicBezTo>
                <a:cubicBezTo>
                  <a:pt x="19542" y="20921"/>
                  <a:pt x="19134" y="20479"/>
                  <a:pt x="19134" y="19935"/>
                </a:cubicBezTo>
                <a:cubicBezTo>
                  <a:pt x="19134" y="19847"/>
                  <a:pt x="19145" y="19757"/>
                  <a:pt x="19167" y="19670"/>
                </a:cubicBezTo>
                <a:lnTo>
                  <a:pt x="19844" y="20223"/>
                </a:lnTo>
                <a:cubicBezTo>
                  <a:pt x="19924" y="20291"/>
                  <a:pt x="20013" y="20327"/>
                  <a:pt x="20101" y="20327"/>
                </a:cubicBezTo>
                <a:cubicBezTo>
                  <a:pt x="20184" y="20327"/>
                  <a:pt x="20262" y="20295"/>
                  <a:pt x="20328" y="20232"/>
                </a:cubicBezTo>
                <a:cubicBezTo>
                  <a:pt x="20486" y="20080"/>
                  <a:pt x="20510" y="19819"/>
                  <a:pt x="20379" y="19637"/>
                </a:cubicBezTo>
                <a:lnTo>
                  <a:pt x="20022" y="19163"/>
                </a:lnTo>
                <a:lnTo>
                  <a:pt x="20022" y="18948"/>
                </a:lnTo>
                <a:close/>
              </a:path>
            </a:pathLst>
          </a:custGeom>
          <a:solidFill>
            <a:srgbClr val="000000"/>
          </a:solidFill>
          <a:ln w="3175">
            <a:miter lim="400000"/>
          </a:ln>
        </p:spPr>
        <p:txBody>
          <a:bodyPr lIns="38100" tIns="38100" rIns="38100" bIns="38100" anchor="ctr"/>
          <a:lstStyle/>
          <a:p>
            <a:pPr>
              <a:defRPr sz="5600" b="0">
                <a:latin typeface="+mn-lt"/>
                <a:ea typeface="+mn-ea"/>
                <a:cs typeface="+mn-cs"/>
                <a:sym typeface="Helvetica Neue Medium"/>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9" presetClass="entr" fill="hold" grpId="1" nodeType="clickEffect">
                                  <p:stCondLst>
                                    <p:cond delay="0"/>
                                  </p:stCondLst>
                                  <p:iterate>
                                    <p:tmAbs val="0"/>
                                  </p:iterate>
                                  <p:childTnLst>
                                    <p:set>
                                      <p:cBhvr>
                                        <p:cTn id="6" fill="hold"/>
                                        <p:tgtEl>
                                          <p:spTgt spid="164"/>
                                        </p:tgtEl>
                                        <p:attrNameLst>
                                          <p:attrName>style.visibility</p:attrName>
                                        </p:attrNameLst>
                                      </p:cBhvr>
                                      <p:to>
                                        <p:strVal val="visible"/>
                                      </p:to>
                                    </p:set>
                                    <p:animEffect transition="in" filter="dissolve">
                                      <p:cBhvr>
                                        <p:cTn id="7" dur="6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 grpId="1"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9" name="Vibroacustic Therapy"/>
          <p:cNvSpPr txBox="1"/>
          <p:nvPr/>
        </p:nvSpPr>
        <p:spPr>
          <a:xfrm>
            <a:off x="3216155" y="1084656"/>
            <a:ext cx="3564535" cy="497688"/>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defTabSz="931068">
              <a:defRPr sz="2800" b="0">
                <a:solidFill>
                  <a:srgbClr val="000000"/>
                </a:solidFill>
                <a:latin typeface="+mn-lt"/>
                <a:ea typeface="+mn-ea"/>
                <a:cs typeface="+mn-cs"/>
                <a:sym typeface="Helvetica Neue Medium"/>
              </a:defRPr>
            </a:lvl1pPr>
          </a:lstStyle>
          <a:p>
            <a:r>
              <a:rPr dirty="0"/>
              <a:t>Vibroacustic Therapy</a:t>
            </a:r>
          </a:p>
        </p:txBody>
      </p:sp>
      <p:sp>
        <p:nvSpPr>
          <p:cNvPr id="190" name="Scientific Findings"/>
          <p:cNvSpPr txBox="1"/>
          <p:nvPr/>
        </p:nvSpPr>
        <p:spPr>
          <a:xfrm>
            <a:off x="3445339" y="6075756"/>
            <a:ext cx="3106167" cy="497688"/>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defTabSz="931068">
              <a:defRPr sz="2800" b="0">
                <a:solidFill>
                  <a:srgbClr val="000000"/>
                </a:solidFill>
                <a:latin typeface="+mn-lt"/>
                <a:ea typeface="+mn-ea"/>
                <a:cs typeface="+mn-cs"/>
                <a:sym typeface="Helvetica Neue Medium"/>
              </a:defRPr>
            </a:lvl1pPr>
          </a:lstStyle>
          <a:p>
            <a:r>
              <a:t>Scientific Findings</a:t>
            </a:r>
          </a:p>
        </p:txBody>
      </p:sp>
      <p:pic>
        <p:nvPicPr>
          <p:cNvPr id="191" name="YOUTUBE frame white.png" descr="YOUTUBE frame white.png"/>
          <p:cNvPicPr>
            <a:picLocks noChangeAspect="1"/>
          </p:cNvPicPr>
          <p:nvPr/>
        </p:nvPicPr>
        <p:blipFill>
          <a:blip r:embed="rId2">
            <a:extLst/>
          </a:blip>
          <a:stretch>
            <a:fillRect/>
          </a:stretch>
        </p:blipFill>
        <p:spPr>
          <a:xfrm>
            <a:off x="3945503" y="26341210"/>
            <a:ext cx="605930" cy="605930"/>
          </a:xfrm>
          <a:prstGeom prst="rect">
            <a:avLst/>
          </a:prstGeom>
          <a:ln w="3175">
            <a:miter lim="400000"/>
          </a:ln>
        </p:spPr>
      </p:pic>
      <p:pic>
        <p:nvPicPr>
          <p:cNvPr id="192" name="INSTAGRAM frame white.png" descr="INSTAGRAM frame white.png"/>
          <p:cNvPicPr>
            <a:picLocks noChangeAspect="1"/>
          </p:cNvPicPr>
          <p:nvPr/>
        </p:nvPicPr>
        <p:blipFill>
          <a:blip r:embed="rId3">
            <a:extLst/>
          </a:blip>
          <a:stretch>
            <a:fillRect/>
          </a:stretch>
        </p:blipFill>
        <p:spPr>
          <a:xfrm>
            <a:off x="6028303" y="26341210"/>
            <a:ext cx="605930" cy="605930"/>
          </a:xfrm>
          <a:prstGeom prst="rect">
            <a:avLst/>
          </a:prstGeom>
          <a:ln w="3175">
            <a:miter lim="400000"/>
          </a:ln>
        </p:spPr>
      </p:pic>
      <p:pic>
        <p:nvPicPr>
          <p:cNvPr id="193" name="TWITTTER frame white.png" descr="TWITTTER frame white.png"/>
          <p:cNvPicPr>
            <a:picLocks noChangeAspect="1"/>
          </p:cNvPicPr>
          <p:nvPr/>
        </p:nvPicPr>
        <p:blipFill>
          <a:blip r:embed="rId4">
            <a:extLst/>
          </a:blip>
          <a:stretch>
            <a:fillRect/>
          </a:stretch>
        </p:blipFill>
        <p:spPr>
          <a:xfrm>
            <a:off x="7031603" y="26341210"/>
            <a:ext cx="605930" cy="605930"/>
          </a:xfrm>
          <a:prstGeom prst="rect">
            <a:avLst/>
          </a:prstGeom>
          <a:ln w="3175">
            <a:miter lim="400000"/>
          </a:ln>
        </p:spPr>
      </p:pic>
      <p:pic>
        <p:nvPicPr>
          <p:cNvPr id="194" name="FB frame white.png" descr="FB frame white.png"/>
          <p:cNvPicPr>
            <a:picLocks noChangeAspect="1"/>
          </p:cNvPicPr>
          <p:nvPr/>
        </p:nvPicPr>
        <p:blipFill>
          <a:blip r:embed="rId5">
            <a:extLst/>
          </a:blip>
          <a:stretch>
            <a:fillRect/>
          </a:stretch>
        </p:blipFill>
        <p:spPr>
          <a:xfrm>
            <a:off x="4898003" y="26341210"/>
            <a:ext cx="605930" cy="605930"/>
          </a:xfrm>
          <a:prstGeom prst="rect">
            <a:avLst/>
          </a:prstGeom>
          <a:ln w="3175">
            <a:miter lim="400000"/>
          </a:ln>
        </p:spPr>
      </p:pic>
      <p:sp>
        <p:nvSpPr>
          <p:cNvPr id="195" name="Stay connected"/>
          <p:cNvSpPr txBox="1"/>
          <p:nvPr/>
        </p:nvSpPr>
        <p:spPr>
          <a:xfrm>
            <a:off x="3908361" y="24609875"/>
            <a:ext cx="2585213" cy="2457812"/>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spcBef>
                <a:spcPts val="12000"/>
              </a:spcBef>
              <a:defRPr sz="2800" b="0"/>
            </a:lvl1pPr>
          </a:lstStyle>
          <a:p>
            <a:r>
              <a:t>Stay connected</a:t>
            </a:r>
          </a:p>
        </p:txBody>
      </p:sp>
      <p:sp>
        <p:nvSpPr>
          <p:cNvPr id="196" name="Copyright Sense Science Lab LTD."/>
          <p:cNvSpPr txBox="1"/>
          <p:nvPr/>
        </p:nvSpPr>
        <p:spPr>
          <a:xfrm>
            <a:off x="491768" y="26688912"/>
            <a:ext cx="2569668" cy="104206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defTabSz="457200">
              <a:lnSpc>
                <a:spcPts val="3300"/>
              </a:lnSpc>
              <a:defRPr sz="1200" b="0"/>
            </a:pPr>
            <a:r>
              <a:t>Copyright Sense Science Lab LTD.</a:t>
            </a:r>
            <a:br/>
            <a:r>
              <a:t/>
            </a:r>
            <a:br/>
            <a:endParaRPr/>
          </a:p>
        </p:txBody>
      </p:sp>
      <p:sp>
        <p:nvSpPr>
          <p:cNvPr id="197" name="Terms and Conditions     Privacy Policy Cookies Contact Us         Sitemap"/>
          <p:cNvSpPr txBox="1"/>
          <p:nvPr/>
        </p:nvSpPr>
        <p:spPr>
          <a:xfrm>
            <a:off x="3065400" y="27181037"/>
            <a:ext cx="6139943" cy="79441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p>
            <a:pPr marL="457200" indent="-457200" algn="l" defTabSz="457200">
              <a:lnSpc>
                <a:spcPts val="3300"/>
              </a:lnSpc>
              <a:tabLst>
                <a:tab pos="139700" algn="l"/>
                <a:tab pos="457200" algn="l"/>
              </a:tabLst>
              <a:defRPr sz="1200" b="0"/>
            </a:pPr>
            <a:r>
              <a:t>		</a:t>
            </a:r>
            <a:r>
              <a:rPr u="sng"/>
              <a:t>Terms and Conditions</a:t>
            </a:r>
            <a:r>
              <a:t>     </a:t>
            </a:r>
            <a:r>
              <a:rPr u="sng"/>
              <a:t>Privacy</a:t>
            </a:r>
            <a:r>
              <a:t> </a:t>
            </a:r>
            <a:r>
              <a:rPr u="sng"/>
              <a:t>Policy</a:t>
            </a:r>
            <a:r>
              <a:t> </a:t>
            </a:r>
            <a:r>
              <a:rPr u="sng"/>
              <a:t>Cookies</a:t>
            </a:r>
            <a:r>
              <a:t> </a:t>
            </a:r>
            <a:r>
              <a:rPr u="sng"/>
              <a:t>Contact Us</a:t>
            </a:r>
            <a:r>
              <a:t>       		</a:t>
            </a:r>
            <a:r>
              <a:rPr u="sng">
                <a:hlinkClick r:id="rId6"/>
              </a:rPr>
              <a:t>Sitemap</a:t>
            </a:r>
            <a:endParaRPr sz="1600"/>
          </a:p>
          <a:p>
            <a:pPr marL="914400" indent="-914400" algn="l" defTabSz="457200">
              <a:lnSpc>
                <a:spcPts val="3300"/>
              </a:lnSpc>
              <a:tabLst>
                <a:tab pos="596900" algn="l"/>
                <a:tab pos="914400" algn="l"/>
              </a:tabLst>
              <a:defRPr sz="1200" b="0"/>
            </a:pPr>
            <a:endParaRPr sz="1600"/>
          </a:p>
        </p:txBody>
      </p:sp>
      <p:sp>
        <p:nvSpPr>
          <p:cNvPr id="198" name="Follow us on our social media accounts to get more content."/>
          <p:cNvSpPr txBox="1"/>
          <p:nvPr/>
        </p:nvSpPr>
        <p:spPr>
          <a:xfrm>
            <a:off x="2102752" y="25250825"/>
            <a:ext cx="6196432" cy="678689"/>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spcBef>
                <a:spcPts val="12000"/>
              </a:spcBef>
              <a:defRPr sz="2000" b="0"/>
            </a:lvl1pPr>
          </a:lstStyle>
          <a:p>
            <a:r>
              <a:t>Follow us on our social media accounts to get more content.</a:t>
            </a:r>
          </a:p>
        </p:txBody>
      </p:sp>
      <p:sp>
        <p:nvSpPr>
          <p:cNvPr id="199" name="Campbell EA, Hynynen J, Burger B, Ala-Ruona E. Exploring the use of Vibroacoustic treatment for managing chronic pain and comorbid mood disorders: A mixed methods study. Nordic Journal of Music Therapy. 2019 Aug 8;28(4):291-314.…"/>
          <p:cNvSpPr txBox="1"/>
          <p:nvPr/>
        </p:nvSpPr>
        <p:spPr>
          <a:xfrm>
            <a:off x="1117810" y="20547066"/>
            <a:ext cx="7761225" cy="3525445"/>
          </a:xfrm>
          <a:prstGeom prst="rect">
            <a:avLst/>
          </a:prstGeom>
          <a:solidFill>
            <a:srgbClr val="FFFFFF"/>
          </a:solidFill>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marL="228600" indent="-228600" algn="l">
              <a:buSzPct val="100000"/>
              <a:buAutoNum type="arabicPeriod"/>
              <a:defRPr sz="1400" b="0">
                <a:solidFill>
                  <a:srgbClr val="000000"/>
                </a:solidFill>
                <a:latin typeface="+mn-lt"/>
                <a:ea typeface="+mn-ea"/>
                <a:cs typeface="+mn-cs"/>
                <a:sym typeface="Helvetica Neue Medium"/>
              </a:defRPr>
            </a:pPr>
            <a:r>
              <a:rPr dirty="0"/>
              <a:t>Campbell EA, Hynynen J, Burger B, Ala-Ruona E. Exploring the use of Vibroacoustic treatment for managing chronic pain and comorbid mood disorders: A mixed methods study. Nordic Journal of Music Therapy. 2019 Aug 8;28(4):291-314.</a:t>
            </a:r>
          </a:p>
          <a:p>
            <a:pPr marL="228600" indent="-228600" algn="l">
              <a:buSzPct val="100000"/>
              <a:buAutoNum type="arabicPeriod"/>
              <a:defRPr sz="1400" b="0">
                <a:solidFill>
                  <a:srgbClr val="000000"/>
                </a:solidFill>
                <a:latin typeface="+mn-lt"/>
                <a:ea typeface="+mn-ea"/>
                <a:cs typeface="+mn-cs"/>
                <a:sym typeface="Helvetica Neue Medium"/>
              </a:defRPr>
            </a:pPr>
            <a:r>
              <a:rPr dirty="0"/>
              <a:t>Weber A, Busbridge S, Governo R. Evaluation of the Efficacy of Musical Vibroacupuncture in Pain Relief: A Randomized Controlled Pilot Study. Neuromodulation: Technology at the Neural Interface. 2021 Dec 1;24(8):1475-82.</a:t>
            </a:r>
          </a:p>
          <a:p>
            <a:pPr marL="228600" indent="-228600" algn="l">
              <a:buSzPct val="100000"/>
              <a:buAutoNum type="arabicPeriod"/>
              <a:defRPr sz="1400" b="0">
                <a:solidFill>
                  <a:srgbClr val="000000"/>
                </a:solidFill>
                <a:latin typeface="+mn-lt"/>
                <a:ea typeface="+mn-ea"/>
                <a:cs typeface="+mn-cs"/>
                <a:sym typeface="Helvetica Neue Medium"/>
              </a:defRPr>
            </a:pPr>
            <a:r>
              <a:rPr dirty="0"/>
              <a:t>Bartel L, Mosabbir A. Possible mechanisms for the effects of sound vibration on human health. InHealthcare 2021 May 18 (Vol. 9, No. 5, p. 597). MDPI.</a:t>
            </a:r>
          </a:p>
          <a:p>
            <a:pPr marL="228600" indent="-228600" algn="l">
              <a:buSzPct val="100000"/>
              <a:buAutoNum type="arabicPeriod"/>
              <a:defRPr sz="1400" b="0">
                <a:solidFill>
                  <a:srgbClr val="000000"/>
                </a:solidFill>
                <a:latin typeface="+mn-lt"/>
                <a:ea typeface="+mn-ea"/>
                <a:cs typeface="+mn-cs"/>
                <a:sym typeface="Helvetica Neue Medium"/>
              </a:defRPr>
            </a:pPr>
            <a:r>
              <a:rPr dirty="0"/>
              <a:t>Clements-Cortes A, Bartel L. Are we doing more than we know? possible mechanisms of response to music therapy. Frontiers in medicine. 2018:255.</a:t>
            </a:r>
          </a:p>
          <a:p>
            <a:pPr marL="228600" indent="-228600" algn="l">
              <a:buSzPct val="100000"/>
              <a:buAutoNum type="arabicPeriod"/>
              <a:defRPr sz="1400" b="0">
                <a:solidFill>
                  <a:srgbClr val="000000"/>
                </a:solidFill>
                <a:latin typeface="+mn-lt"/>
                <a:ea typeface="+mn-ea"/>
                <a:cs typeface="+mn-cs"/>
                <a:sym typeface="Helvetica Neue Medium"/>
              </a:defRPr>
            </a:pPr>
            <a:r>
              <a:rPr dirty="0"/>
              <a:t>Mosabbir AA, Janzen TB, Al Shirawi M, Rotzinger S, Kennedy SH, Farzan F, Meltzer J, Bartel L. Investigating the Effects of Auditory and Vibrotactile Rhythmic Sensory Stimulation on Depression: An EEG Pilot Study. Cureus. 2022 Feb 24;14(2).</a:t>
            </a:r>
          </a:p>
          <a:p>
            <a:pPr marL="228600" indent="-228600" algn="l">
              <a:buSzPct val="100000"/>
              <a:buAutoNum type="arabicPeriod"/>
              <a:defRPr sz="1400" b="0">
                <a:solidFill>
                  <a:srgbClr val="000000"/>
                </a:solidFill>
                <a:latin typeface="+mn-lt"/>
                <a:ea typeface="+mn-ea"/>
                <a:cs typeface="+mn-cs"/>
                <a:sym typeface="Helvetica Neue Medium"/>
              </a:defRPr>
            </a:pPr>
            <a:r>
              <a:rPr dirty="0"/>
              <a:t>Kantor J, Campbell EA, Kantorová L, Marečková J, Regec V, Karasová K, Sedláčková D, Klugar M. Exploring vibroacoustic therapy in adults experiencing pain: a scoping review. BMJ open. 2022 Apr 1;12(4):e046591.</a:t>
            </a:r>
          </a:p>
        </p:txBody>
      </p:sp>
      <p:pic>
        <p:nvPicPr>
          <p:cNvPr id="200" name="Screen Shot 2022-07-31 at 3.16.46 PM.png" descr="Screen Shot 2022-07-31 at 3.16.46 PM.png"/>
          <p:cNvPicPr>
            <a:picLocks noChangeAspect="1"/>
          </p:cNvPicPr>
          <p:nvPr/>
        </p:nvPicPr>
        <p:blipFill>
          <a:blip r:embed="rId7">
            <a:extLst/>
          </a:blip>
          <a:srcRect l="32883"/>
          <a:stretch>
            <a:fillRect/>
          </a:stretch>
        </p:blipFill>
        <p:spPr>
          <a:xfrm>
            <a:off x="7042021" y="81085"/>
            <a:ext cx="2591247" cy="787401"/>
          </a:xfrm>
          <a:prstGeom prst="rect">
            <a:avLst/>
          </a:prstGeom>
          <a:ln w="3175">
            <a:miter lim="400000"/>
          </a:ln>
        </p:spPr>
      </p:pic>
      <p:sp>
        <p:nvSpPr>
          <p:cNvPr id="201" name="Search"/>
          <p:cNvSpPr txBox="1"/>
          <p:nvPr/>
        </p:nvSpPr>
        <p:spPr>
          <a:xfrm>
            <a:off x="6051359" y="255849"/>
            <a:ext cx="851282" cy="361672"/>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defRPr sz="1800"/>
            </a:lvl1pPr>
          </a:lstStyle>
          <a:p>
            <a:r>
              <a:t>Search</a:t>
            </a:r>
          </a:p>
        </p:txBody>
      </p:sp>
      <p:sp>
        <p:nvSpPr>
          <p:cNvPr id="202" name="Rectangle"/>
          <p:cNvSpPr/>
          <p:nvPr/>
        </p:nvSpPr>
        <p:spPr>
          <a:xfrm>
            <a:off x="-12700" y="-160215"/>
            <a:ext cx="9779000" cy="1042061"/>
          </a:xfrm>
          <a:prstGeom prst="rect">
            <a:avLst/>
          </a:prstGeom>
          <a:solidFill>
            <a:srgbClr val="000000"/>
          </a:solidFill>
          <a:ln w="3175">
            <a:miter lim="400000"/>
          </a:ln>
        </p:spPr>
        <p:txBody>
          <a:bodyPr lIns="38100" tIns="38100" rIns="38100" bIns="38100" anchor="ctr"/>
          <a:lstStyle/>
          <a:p>
            <a:pPr>
              <a:defRPr sz="5600" b="0">
                <a:latin typeface="+mn-lt"/>
                <a:ea typeface="+mn-ea"/>
                <a:cs typeface="+mn-cs"/>
                <a:sym typeface="Helvetica Neue Medium"/>
              </a:defRPr>
            </a:pPr>
            <a:endParaRPr/>
          </a:p>
        </p:txBody>
      </p:sp>
      <p:pic>
        <p:nvPicPr>
          <p:cNvPr id="203" name="Screen Shot 2022-07-31 at 3.16.46 PM.png" descr="Screen Shot 2022-07-31 at 3.16.46 PM.png"/>
          <p:cNvPicPr>
            <a:picLocks noChangeAspect="1"/>
          </p:cNvPicPr>
          <p:nvPr/>
        </p:nvPicPr>
        <p:blipFill>
          <a:blip r:embed="rId7">
            <a:extLst/>
          </a:blip>
          <a:srcRect l="32883"/>
          <a:stretch>
            <a:fillRect/>
          </a:stretch>
        </p:blipFill>
        <p:spPr>
          <a:xfrm>
            <a:off x="7042021" y="81085"/>
            <a:ext cx="2591247" cy="787401"/>
          </a:xfrm>
          <a:prstGeom prst="rect">
            <a:avLst/>
          </a:prstGeom>
          <a:ln w="3175">
            <a:miter lim="400000"/>
          </a:ln>
        </p:spPr>
      </p:pic>
      <p:sp>
        <p:nvSpPr>
          <p:cNvPr id="204" name="Search"/>
          <p:cNvSpPr txBox="1"/>
          <p:nvPr/>
        </p:nvSpPr>
        <p:spPr>
          <a:xfrm>
            <a:off x="6051359" y="255849"/>
            <a:ext cx="851282" cy="361672"/>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defRPr sz="1800"/>
            </a:lvl1pPr>
          </a:lstStyle>
          <a:p>
            <a:r>
              <a:t>Search</a:t>
            </a:r>
          </a:p>
        </p:txBody>
      </p:sp>
      <p:sp>
        <p:nvSpPr>
          <p:cNvPr id="205" name="Rectangle"/>
          <p:cNvSpPr/>
          <p:nvPr/>
        </p:nvSpPr>
        <p:spPr>
          <a:xfrm>
            <a:off x="0" y="24328897"/>
            <a:ext cx="9753600" cy="3602422"/>
          </a:xfrm>
          <a:prstGeom prst="rect">
            <a:avLst/>
          </a:prstGeom>
          <a:solidFill>
            <a:srgbClr val="000000"/>
          </a:solidFill>
          <a:ln w="3175">
            <a:miter lim="400000"/>
          </a:ln>
        </p:spPr>
        <p:txBody>
          <a:bodyPr lIns="38100" tIns="38100" rIns="38100" bIns="38100" anchor="ctr"/>
          <a:lstStyle/>
          <a:p>
            <a:pPr>
              <a:defRPr sz="5600" b="0">
                <a:latin typeface="+mn-lt"/>
                <a:ea typeface="+mn-ea"/>
                <a:cs typeface="+mn-cs"/>
                <a:sym typeface="Helvetica Neue Medium"/>
              </a:defRPr>
            </a:pPr>
            <a:endParaRPr/>
          </a:p>
        </p:txBody>
      </p:sp>
      <p:pic>
        <p:nvPicPr>
          <p:cNvPr id="206" name="YOUTUBE frame white.png" descr="YOUTUBE frame white.png"/>
          <p:cNvPicPr>
            <a:picLocks noChangeAspect="1"/>
          </p:cNvPicPr>
          <p:nvPr/>
        </p:nvPicPr>
        <p:blipFill>
          <a:blip r:embed="rId2">
            <a:extLst/>
          </a:blip>
          <a:stretch>
            <a:fillRect/>
          </a:stretch>
        </p:blipFill>
        <p:spPr>
          <a:xfrm>
            <a:off x="3247003" y="26341210"/>
            <a:ext cx="605930" cy="605930"/>
          </a:xfrm>
          <a:prstGeom prst="rect">
            <a:avLst/>
          </a:prstGeom>
          <a:ln w="3175">
            <a:miter lim="400000"/>
          </a:ln>
        </p:spPr>
      </p:pic>
      <p:pic>
        <p:nvPicPr>
          <p:cNvPr id="207" name="INSTAGRAM frame white.png" descr="INSTAGRAM frame white.png"/>
          <p:cNvPicPr>
            <a:picLocks noChangeAspect="1"/>
          </p:cNvPicPr>
          <p:nvPr/>
        </p:nvPicPr>
        <p:blipFill>
          <a:blip r:embed="rId3">
            <a:extLst/>
          </a:blip>
          <a:stretch>
            <a:fillRect/>
          </a:stretch>
        </p:blipFill>
        <p:spPr>
          <a:xfrm>
            <a:off x="5329803" y="26341210"/>
            <a:ext cx="605930" cy="605930"/>
          </a:xfrm>
          <a:prstGeom prst="rect">
            <a:avLst/>
          </a:prstGeom>
          <a:ln w="3175">
            <a:miter lim="400000"/>
          </a:ln>
        </p:spPr>
      </p:pic>
      <p:pic>
        <p:nvPicPr>
          <p:cNvPr id="208" name="TWITTTER frame white.png" descr="TWITTTER frame white.png"/>
          <p:cNvPicPr>
            <a:picLocks noChangeAspect="1"/>
          </p:cNvPicPr>
          <p:nvPr/>
        </p:nvPicPr>
        <p:blipFill>
          <a:blip r:embed="rId4">
            <a:extLst/>
          </a:blip>
          <a:stretch>
            <a:fillRect/>
          </a:stretch>
        </p:blipFill>
        <p:spPr>
          <a:xfrm>
            <a:off x="6333103" y="26341210"/>
            <a:ext cx="605930" cy="605930"/>
          </a:xfrm>
          <a:prstGeom prst="rect">
            <a:avLst/>
          </a:prstGeom>
          <a:ln w="3175">
            <a:miter lim="400000"/>
          </a:ln>
        </p:spPr>
      </p:pic>
      <p:pic>
        <p:nvPicPr>
          <p:cNvPr id="209" name="FB frame white.png" descr="FB frame white.png"/>
          <p:cNvPicPr>
            <a:picLocks noChangeAspect="1"/>
          </p:cNvPicPr>
          <p:nvPr/>
        </p:nvPicPr>
        <p:blipFill>
          <a:blip r:embed="rId5">
            <a:extLst/>
          </a:blip>
          <a:stretch>
            <a:fillRect/>
          </a:stretch>
        </p:blipFill>
        <p:spPr>
          <a:xfrm>
            <a:off x="4199503" y="26341210"/>
            <a:ext cx="605930" cy="605930"/>
          </a:xfrm>
          <a:prstGeom prst="rect">
            <a:avLst/>
          </a:prstGeom>
          <a:ln w="3175">
            <a:miter lim="400000"/>
          </a:ln>
        </p:spPr>
      </p:pic>
      <p:sp>
        <p:nvSpPr>
          <p:cNvPr id="210" name="Stay connected"/>
          <p:cNvSpPr txBox="1"/>
          <p:nvPr/>
        </p:nvSpPr>
        <p:spPr>
          <a:xfrm>
            <a:off x="3908361" y="24609875"/>
            <a:ext cx="2585213" cy="2457812"/>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spcBef>
                <a:spcPts val="12000"/>
              </a:spcBef>
              <a:defRPr sz="2800" b="0"/>
            </a:lvl1pPr>
          </a:lstStyle>
          <a:p>
            <a:r>
              <a:t>Stay connected</a:t>
            </a:r>
          </a:p>
        </p:txBody>
      </p:sp>
      <p:sp>
        <p:nvSpPr>
          <p:cNvPr id="211" name="Copyright Sense Science Lab LTD."/>
          <p:cNvSpPr txBox="1"/>
          <p:nvPr/>
        </p:nvSpPr>
        <p:spPr>
          <a:xfrm>
            <a:off x="491768" y="26688912"/>
            <a:ext cx="2569668" cy="104206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defTabSz="457200">
              <a:lnSpc>
                <a:spcPts val="3300"/>
              </a:lnSpc>
              <a:defRPr sz="1200" b="0"/>
            </a:pPr>
            <a:r>
              <a:t>Copyright Sense Science Lab LTD.</a:t>
            </a:r>
            <a:br/>
            <a:r>
              <a:t/>
            </a:r>
            <a:br/>
            <a:endParaRPr/>
          </a:p>
        </p:txBody>
      </p:sp>
      <p:sp>
        <p:nvSpPr>
          <p:cNvPr id="212" name="Terms and Conditions     Privacy Policy Cookies Contact Us         Sitemap"/>
          <p:cNvSpPr txBox="1"/>
          <p:nvPr/>
        </p:nvSpPr>
        <p:spPr>
          <a:xfrm>
            <a:off x="3065400" y="27181037"/>
            <a:ext cx="6139943" cy="79441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p>
            <a:pPr marL="457200" indent="-457200" algn="l" defTabSz="457200">
              <a:lnSpc>
                <a:spcPts val="3300"/>
              </a:lnSpc>
              <a:tabLst>
                <a:tab pos="139700" algn="l"/>
                <a:tab pos="457200" algn="l"/>
              </a:tabLst>
              <a:defRPr sz="1200" b="0"/>
            </a:pPr>
            <a:r>
              <a:t>		</a:t>
            </a:r>
            <a:r>
              <a:rPr u="sng"/>
              <a:t>Terms and Conditions</a:t>
            </a:r>
            <a:r>
              <a:t>     </a:t>
            </a:r>
            <a:r>
              <a:rPr u="sng"/>
              <a:t>Privacy</a:t>
            </a:r>
            <a:r>
              <a:t> </a:t>
            </a:r>
            <a:r>
              <a:rPr u="sng"/>
              <a:t>Policy</a:t>
            </a:r>
            <a:r>
              <a:t> </a:t>
            </a:r>
            <a:r>
              <a:rPr u="sng"/>
              <a:t>Cookies</a:t>
            </a:r>
            <a:r>
              <a:t> </a:t>
            </a:r>
            <a:r>
              <a:rPr u="sng"/>
              <a:t>Contact Us</a:t>
            </a:r>
            <a:r>
              <a:t>       		</a:t>
            </a:r>
            <a:r>
              <a:rPr u="sng">
                <a:hlinkClick r:id="rId6"/>
              </a:rPr>
              <a:t>Sitemap</a:t>
            </a:r>
            <a:endParaRPr sz="1600"/>
          </a:p>
          <a:p>
            <a:pPr marL="914400" indent="-914400" algn="l" defTabSz="457200">
              <a:lnSpc>
                <a:spcPts val="3300"/>
              </a:lnSpc>
              <a:tabLst>
                <a:tab pos="596900" algn="l"/>
                <a:tab pos="914400" algn="l"/>
              </a:tabLst>
              <a:defRPr sz="1200" b="0"/>
            </a:pPr>
            <a:endParaRPr sz="1600"/>
          </a:p>
        </p:txBody>
      </p:sp>
      <p:sp>
        <p:nvSpPr>
          <p:cNvPr id="213" name="Follow us on our social media accounts to get more content."/>
          <p:cNvSpPr txBox="1"/>
          <p:nvPr/>
        </p:nvSpPr>
        <p:spPr>
          <a:xfrm>
            <a:off x="2102752" y="25250825"/>
            <a:ext cx="6196432" cy="678689"/>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spcBef>
                <a:spcPts val="12000"/>
              </a:spcBef>
              <a:defRPr sz="2000" b="0"/>
            </a:lvl1pPr>
          </a:lstStyle>
          <a:p>
            <a:r>
              <a:t>Follow us on our social media accounts to get more content.</a:t>
            </a:r>
          </a:p>
        </p:txBody>
      </p:sp>
      <p:sp>
        <p:nvSpPr>
          <p:cNvPr id="214" name="How Does VAT Affect the Body?…"/>
          <p:cNvSpPr txBox="1"/>
          <p:nvPr/>
        </p:nvSpPr>
        <p:spPr>
          <a:xfrm>
            <a:off x="1454735" y="7507876"/>
            <a:ext cx="7332296" cy="9930665"/>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defTabSz="457200">
              <a:lnSpc>
                <a:spcPts val="5600"/>
              </a:lnSpc>
              <a:spcBef>
                <a:spcPts val="1500"/>
              </a:spcBef>
              <a:defRPr sz="1800">
                <a:solidFill>
                  <a:srgbClr val="414141"/>
                </a:solidFill>
                <a:latin typeface="Helvetica"/>
                <a:ea typeface="Helvetica"/>
                <a:cs typeface="Helvetica"/>
                <a:sym typeface="Helvetica"/>
              </a:defRPr>
            </a:pPr>
            <a:r>
              <a:rPr dirty="0"/>
              <a:t>How Does VAT Affect the Body?</a:t>
            </a:r>
          </a:p>
          <a:p>
            <a:pPr algn="l" defTabSz="457200">
              <a:lnSpc>
                <a:spcPts val="4100"/>
              </a:lnSpc>
              <a:defRPr sz="1600" b="0">
                <a:solidFill>
                  <a:srgbClr val="333333"/>
                </a:solidFill>
                <a:latin typeface="Arial"/>
                <a:ea typeface="Arial"/>
                <a:cs typeface="Arial"/>
                <a:sym typeface="Arial"/>
              </a:defRPr>
            </a:pPr>
            <a:r>
              <a:rPr dirty="0"/>
              <a:t>The mechanism of action of VAT is the oscillation of the human nervous system with frequencies and resonance characteristics of various muscle groups. VAT combines these resonance frequencies programs based on experimentally based effects, evaluated by patient reactions. Thousands of research hours have taught us how to use these programs to relax, stimulate and relieve pain.</a:t>
            </a:r>
          </a:p>
          <a:p>
            <a:pPr algn="l" defTabSz="457200">
              <a:lnSpc>
                <a:spcPts val="4100"/>
              </a:lnSpc>
              <a:defRPr sz="1600" b="0">
                <a:solidFill>
                  <a:srgbClr val="333333"/>
                </a:solidFill>
                <a:latin typeface="Arial"/>
                <a:ea typeface="Arial"/>
                <a:cs typeface="Arial"/>
                <a:sym typeface="Arial"/>
              </a:defRPr>
            </a:pPr>
            <a:endParaRPr dirty="0"/>
          </a:p>
          <a:p>
            <a:pPr algn="l" defTabSz="457200">
              <a:lnSpc>
                <a:spcPts val="4100"/>
              </a:lnSpc>
              <a:defRPr sz="1600" b="0">
                <a:solidFill>
                  <a:srgbClr val="333333"/>
                </a:solidFill>
                <a:latin typeface="Arial"/>
                <a:ea typeface="Arial"/>
                <a:cs typeface="Arial"/>
                <a:sym typeface="Arial"/>
              </a:defRPr>
            </a:pPr>
            <a:endParaRPr dirty="0"/>
          </a:p>
          <a:p>
            <a:pPr algn="l" defTabSz="457200">
              <a:lnSpc>
                <a:spcPts val="4100"/>
              </a:lnSpc>
              <a:defRPr sz="1600" b="0">
                <a:solidFill>
                  <a:srgbClr val="000000"/>
                </a:solidFill>
                <a:latin typeface="Arial"/>
                <a:ea typeface="Arial"/>
                <a:cs typeface="Arial"/>
                <a:sym typeface="Arial"/>
              </a:defRPr>
            </a:pPr>
            <a:endParaRPr dirty="0"/>
          </a:p>
          <a:p>
            <a:pPr algn="l" defTabSz="457200">
              <a:lnSpc>
                <a:spcPts val="5600"/>
              </a:lnSpc>
              <a:spcBef>
                <a:spcPts val="1500"/>
              </a:spcBef>
              <a:defRPr sz="1800">
                <a:solidFill>
                  <a:srgbClr val="000000"/>
                </a:solidFill>
              </a:defRPr>
            </a:pPr>
            <a:r>
              <a:rPr dirty="0"/>
              <a:t>Who Can Benefit From VAT?</a:t>
            </a:r>
          </a:p>
          <a:p>
            <a:pPr algn="l" defTabSz="457200">
              <a:lnSpc>
                <a:spcPts val="3600"/>
              </a:lnSpc>
              <a:spcBef>
                <a:spcPts val="1400"/>
              </a:spcBef>
              <a:defRPr sz="1600" b="0">
                <a:solidFill>
                  <a:srgbClr val="434343"/>
                </a:solidFill>
                <a:latin typeface="Arial"/>
                <a:ea typeface="Arial"/>
                <a:cs typeface="Arial"/>
                <a:sym typeface="Arial"/>
              </a:defRPr>
            </a:pPr>
            <a:r>
              <a:rPr dirty="0"/>
              <a:t>VAT may be an independent therapy or incorporated with medical treatment and psychotherapy. As a natural energy booster and pain killer that is composed of varieties of frequencies therapy solutions that can be used as a self-management tool, it is beneficial to people with chronic or special needs, and any person with stress that wants to apply preventive and integrative wellness therapy. </a:t>
            </a:r>
            <a:br>
              <a:rPr dirty="0"/>
            </a:br>
            <a:endParaRPr dirty="0"/>
          </a:p>
          <a:p>
            <a:pPr algn="l" defTabSz="457200">
              <a:lnSpc>
                <a:spcPts val="3600"/>
              </a:lnSpc>
              <a:spcBef>
                <a:spcPts val="1400"/>
              </a:spcBef>
              <a:defRPr sz="1600" b="0">
                <a:solidFill>
                  <a:srgbClr val="434343"/>
                </a:solidFill>
                <a:latin typeface="Arial"/>
                <a:ea typeface="Arial"/>
                <a:cs typeface="Arial"/>
                <a:sym typeface="Arial"/>
              </a:defRPr>
            </a:pPr>
            <a:r>
              <a:rPr dirty="0"/>
              <a:t>VAT has been studied by researchers worldwide including the National Institutes of Health (NIH). NIH reports the benefits of using VAT for Parkinson’s, PTSD, anxiety, physical injuries, brain function, COPD, Asthma and much more.</a:t>
            </a:r>
          </a:p>
          <a:p>
            <a:pPr algn="l" defTabSz="457200">
              <a:lnSpc>
                <a:spcPts val="5100"/>
              </a:lnSpc>
              <a:spcBef>
                <a:spcPts val="2000"/>
              </a:spcBef>
              <a:defRPr sz="1800">
                <a:solidFill>
                  <a:srgbClr val="000000"/>
                </a:solidFill>
              </a:defRPr>
            </a:pPr>
            <a:r>
              <a:rPr dirty="0"/>
              <a:t>Some benefits of VAT include: </a:t>
            </a:r>
          </a:p>
          <a:p>
            <a:pPr marL="457200" indent="-457200" algn="l" defTabSz="457200">
              <a:lnSpc>
                <a:spcPts val="4900"/>
              </a:lnSpc>
              <a:tabLst>
                <a:tab pos="139700" algn="l"/>
                <a:tab pos="457200" algn="l"/>
              </a:tabLst>
              <a:defRPr sz="1600" b="0">
                <a:solidFill>
                  <a:srgbClr val="434343"/>
                </a:solidFill>
                <a:latin typeface="Arial"/>
                <a:ea typeface="Arial"/>
                <a:cs typeface="Arial"/>
                <a:sym typeface="Arial"/>
              </a:defRPr>
            </a:pPr>
            <a:r>
              <a:rPr dirty="0"/>
              <a:t>	•	Increase sleep quality</a:t>
            </a:r>
          </a:p>
          <a:p>
            <a:pPr marL="457200" indent="-457200" algn="l" defTabSz="457200">
              <a:lnSpc>
                <a:spcPts val="4900"/>
              </a:lnSpc>
              <a:tabLst>
                <a:tab pos="139700" algn="l"/>
                <a:tab pos="457200" algn="l"/>
              </a:tabLst>
              <a:defRPr sz="1600" b="0">
                <a:solidFill>
                  <a:srgbClr val="434343"/>
                </a:solidFill>
                <a:latin typeface="Arial"/>
                <a:ea typeface="Arial"/>
                <a:cs typeface="Arial"/>
                <a:sym typeface="Arial"/>
              </a:defRPr>
            </a:pPr>
            <a:r>
              <a:rPr dirty="0"/>
              <a:t>	•	Reduce or eliminate effects of stress</a:t>
            </a:r>
          </a:p>
          <a:p>
            <a:pPr marL="457200" indent="-457200" algn="l" defTabSz="457200">
              <a:lnSpc>
                <a:spcPts val="4900"/>
              </a:lnSpc>
              <a:tabLst>
                <a:tab pos="139700" algn="l"/>
                <a:tab pos="457200" algn="l"/>
              </a:tabLst>
              <a:defRPr sz="1600" b="0">
                <a:solidFill>
                  <a:srgbClr val="434343"/>
                </a:solidFill>
                <a:latin typeface="Arial"/>
                <a:ea typeface="Arial"/>
                <a:cs typeface="Arial"/>
                <a:sym typeface="Arial"/>
              </a:defRPr>
            </a:pPr>
            <a:r>
              <a:rPr dirty="0"/>
              <a:t>	•	Address PTSD / somatic ( physical) symptoms</a:t>
            </a:r>
          </a:p>
          <a:p>
            <a:pPr marL="457200" indent="-457200" algn="l" defTabSz="457200">
              <a:lnSpc>
                <a:spcPts val="4900"/>
              </a:lnSpc>
              <a:tabLst>
                <a:tab pos="139700" algn="l"/>
                <a:tab pos="457200" algn="l"/>
              </a:tabLst>
              <a:defRPr sz="1600" b="0">
                <a:solidFill>
                  <a:srgbClr val="434343"/>
                </a:solidFill>
                <a:latin typeface="Arial"/>
                <a:ea typeface="Arial"/>
                <a:cs typeface="Arial"/>
                <a:sym typeface="Arial"/>
              </a:defRPr>
            </a:pPr>
            <a:r>
              <a:rPr dirty="0"/>
              <a:t>	•	Regulate the limbic system (emotional memories)</a:t>
            </a:r>
          </a:p>
          <a:p>
            <a:pPr marL="457200" indent="-457200" algn="l" defTabSz="457200">
              <a:lnSpc>
                <a:spcPts val="4900"/>
              </a:lnSpc>
              <a:tabLst>
                <a:tab pos="139700" algn="l"/>
                <a:tab pos="457200" algn="l"/>
              </a:tabLst>
              <a:defRPr sz="1600" b="0">
                <a:solidFill>
                  <a:srgbClr val="434343"/>
                </a:solidFill>
                <a:latin typeface="Arial"/>
                <a:ea typeface="Arial"/>
                <a:cs typeface="Arial"/>
                <a:sym typeface="Arial"/>
              </a:defRPr>
            </a:pPr>
            <a:r>
              <a:rPr dirty="0"/>
              <a:t>	•	Activate the Relaxation Response</a:t>
            </a:r>
          </a:p>
          <a:p>
            <a:pPr marL="457200" indent="-457200" algn="l" defTabSz="457200">
              <a:lnSpc>
                <a:spcPts val="4900"/>
              </a:lnSpc>
              <a:tabLst>
                <a:tab pos="139700" algn="l"/>
                <a:tab pos="457200" algn="l"/>
              </a:tabLst>
              <a:defRPr sz="1600" b="0">
                <a:solidFill>
                  <a:srgbClr val="434343"/>
                </a:solidFill>
                <a:latin typeface="Arial"/>
                <a:ea typeface="Arial"/>
                <a:cs typeface="Arial"/>
                <a:sym typeface="Arial"/>
              </a:defRPr>
            </a:pPr>
            <a:r>
              <a:rPr dirty="0"/>
              <a:t>	•	Reduce anxiety and muscle pain or spasms</a:t>
            </a:r>
          </a:p>
          <a:p>
            <a:pPr marL="457200" indent="-457200" algn="l" defTabSz="457200">
              <a:lnSpc>
                <a:spcPts val="4900"/>
              </a:lnSpc>
              <a:tabLst>
                <a:tab pos="139700" algn="l"/>
                <a:tab pos="457200" algn="l"/>
              </a:tabLst>
              <a:defRPr sz="1600" b="0">
                <a:solidFill>
                  <a:srgbClr val="434343"/>
                </a:solidFill>
                <a:latin typeface="Arial"/>
                <a:ea typeface="Arial"/>
                <a:cs typeface="Arial"/>
                <a:sym typeface="Arial"/>
              </a:defRPr>
            </a:pPr>
            <a:r>
              <a:rPr dirty="0"/>
              <a:t>	•	Shorten healing periods/increase circulation</a:t>
            </a:r>
          </a:p>
          <a:p>
            <a:pPr defTabSz="457200">
              <a:lnSpc>
                <a:spcPts val="3200"/>
              </a:lnSpc>
              <a:defRPr sz="1400" b="0">
                <a:solidFill>
                  <a:srgbClr val="333333"/>
                </a:solidFill>
                <a:latin typeface="Arial"/>
                <a:ea typeface="Arial"/>
                <a:cs typeface="Arial"/>
                <a:sym typeface="Arial"/>
              </a:defRPr>
            </a:pPr>
            <a:endParaRPr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6" name="53ddf685-abe8-479e-8caa-480d8f3be61b.JPG" descr="53ddf685-abe8-479e-8caa-480d8f3be61b.JPG"/>
          <p:cNvPicPr>
            <a:picLocks/>
          </p:cNvPicPr>
          <p:nvPr/>
        </p:nvPicPr>
        <p:blipFill>
          <a:blip r:embed="rId2">
            <a:extLst/>
          </a:blip>
          <a:stretch>
            <a:fillRect/>
          </a:stretch>
        </p:blipFill>
        <p:spPr>
          <a:xfrm>
            <a:off x="1025905" y="985125"/>
            <a:ext cx="7965040" cy="4693662"/>
          </a:xfrm>
          <a:prstGeom prst="rect">
            <a:avLst/>
          </a:prstGeom>
        </p:spPr>
      </p:pic>
      <p:sp>
        <p:nvSpPr>
          <p:cNvPr id="217" name="Rectangle"/>
          <p:cNvSpPr/>
          <p:nvPr/>
        </p:nvSpPr>
        <p:spPr>
          <a:xfrm>
            <a:off x="-12700" y="-160215"/>
            <a:ext cx="9779000" cy="1042061"/>
          </a:xfrm>
          <a:prstGeom prst="rect">
            <a:avLst/>
          </a:prstGeom>
          <a:solidFill>
            <a:srgbClr val="000000"/>
          </a:solidFill>
          <a:ln w="3175">
            <a:miter lim="400000"/>
          </a:ln>
        </p:spPr>
        <p:txBody>
          <a:bodyPr lIns="38100" tIns="38100" rIns="38100" bIns="38100" anchor="ctr"/>
          <a:lstStyle/>
          <a:p>
            <a:pPr>
              <a:defRPr sz="5600" b="0">
                <a:latin typeface="+mn-lt"/>
                <a:ea typeface="+mn-ea"/>
                <a:cs typeface="+mn-cs"/>
                <a:sym typeface="Helvetica Neue Medium"/>
              </a:defRPr>
            </a:pPr>
            <a:endParaRPr/>
          </a:p>
        </p:txBody>
      </p:sp>
      <p:sp>
        <p:nvSpPr>
          <p:cNvPr id="218" name="Rectangle"/>
          <p:cNvSpPr/>
          <p:nvPr/>
        </p:nvSpPr>
        <p:spPr>
          <a:xfrm>
            <a:off x="0" y="24328897"/>
            <a:ext cx="9753600" cy="3602422"/>
          </a:xfrm>
          <a:prstGeom prst="rect">
            <a:avLst/>
          </a:prstGeom>
          <a:solidFill>
            <a:srgbClr val="000000"/>
          </a:solidFill>
          <a:ln w="3175">
            <a:miter lim="400000"/>
          </a:ln>
        </p:spPr>
        <p:txBody>
          <a:bodyPr lIns="38100" tIns="38100" rIns="38100" bIns="38100" anchor="ctr"/>
          <a:lstStyle/>
          <a:p>
            <a:pPr>
              <a:defRPr sz="5600" b="0">
                <a:latin typeface="+mn-lt"/>
                <a:ea typeface="+mn-ea"/>
                <a:cs typeface="+mn-cs"/>
                <a:sym typeface="Helvetica Neue Medium"/>
              </a:defRPr>
            </a:pPr>
            <a:endParaRPr/>
          </a:p>
        </p:txBody>
      </p:sp>
      <p:sp>
        <p:nvSpPr>
          <p:cNvPr id="219" name="The SenScie’s Story"/>
          <p:cNvSpPr txBox="1"/>
          <p:nvPr/>
        </p:nvSpPr>
        <p:spPr>
          <a:xfrm>
            <a:off x="3191967" y="6669375"/>
            <a:ext cx="3369666" cy="497688"/>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defTabSz="931068">
              <a:defRPr sz="2800" b="0">
                <a:solidFill>
                  <a:srgbClr val="000000"/>
                </a:solidFill>
                <a:latin typeface="+mn-lt"/>
                <a:ea typeface="+mn-ea"/>
                <a:cs typeface="+mn-cs"/>
                <a:sym typeface="Helvetica Neue Medium"/>
              </a:defRPr>
            </a:lvl1pPr>
          </a:lstStyle>
          <a:p>
            <a:r>
              <a:rPr dirty="0"/>
              <a:t>The SenScie’s Story</a:t>
            </a:r>
          </a:p>
        </p:txBody>
      </p:sp>
      <p:pic>
        <p:nvPicPr>
          <p:cNvPr id="220" name="99f48449-a6fc-4e47-bc2c-6635a45279b8.JPG" descr="99f48449-a6fc-4e47-bc2c-6635a45279b8.JPG"/>
          <p:cNvPicPr>
            <a:picLocks/>
          </p:cNvPicPr>
          <p:nvPr/>
        </p:nvPicPr>
        <p:blipFill>
          <a:blip r:embed="rId3">
            <a:alphaModFix amt="60649"/>
            <a:extLst/>
          </a:blip>
          <a:stretch>
            <a:fillRect/>
          </a:stretch>
        </p:blipFill>
        <p:spPr>
          <a:xfrm>
            <a:off x="-5465013" y="8388350"/>
            <a:ext cx="4523135" cy="4160348"/>
          </a:xfrm>
          <a:prstGeom prst="rect">
            <a:avLst/>
          </a:prstGeom>
        </p:spPr>
      </p:pic>
      <p:sp>
        <p:nvSpPr>
          <p:cNvPr id="221" name="Our Technology"/>
          <p:cNvSpPr txBox="1"/>
          <p:nvPr/>
        </p:nvSpPr>
        <p:spPr>
          <a:xfrm>
            <a:off x="3544189" y="16634871"/>
            <a:ext cx="2665223" cy="497688"/>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defTabSz="931068">
              <a:defRPr sz="2800" b="0">
                <a:solidFill>
                  <a:srgbClr val="000000"/>
                </a:solidFill>
                <a:latin typeface="+mn-lt"/>
                <a:ea typeface="+mn-ea"/>
                <a:cs typeface="+mn-cs"/>
                <a:sym typeface="Helvetica Neue Medium"/>
              </a:defRPr>
            </a:lvl1pPr>
          </a:lstStyle>
          <a:p>
            <a:r>
              <a:rPr dirty="0"/>
              <a:t>Our Technology</a:t>
            </a:r>
          </a:p>
        </p:txBody>
      </p:sp>
      <p:pic>
        <p:nvPicPr>
          <p:cNvPr id="222" name="Image" descr="Image"/>
          <p:cNvPicPr>
            <a:picLocks/>
          </p:cNvPicPr>
          <p:nvPr/>
        </p:nvPicPr>
        <p:blipFill>
          <a:blip r:embed="rId4">
            <a:alphaModFix amt="73771"/>
            <a:extLst/>
          </a:blip>
          <a:stretch>
            <a:fillRect/>
          </a:stretch>
        </p:blipFill>
        <p:spPr>
          <a:xfrm>
            <a:off x="-22419" y="11951267"/>
            <a:ext cx="4457623" cy="4160349"/>
          </a:xfrm>
          <a:prstGeom prst="rect">
            <a:avLst/>
          </a:prstGeom>
        </p:spPr>
      </p:pic>
      <p:pic>
        <p:nvPicPr>
          <p:cNvPr id="223" name="500e08c1-c3ca-453a-958b-2be288d09bef.jpg" descr="500e08c1-c3ca-453a-958b-2be288d09bef.jpg"/>
          <p:cNvPicPr>
            <a:picLocks/>
          </p:cNvPicPr>
          <p:nvPr/>
        </p:nvPicPr>
        <p:blipFill>
          <a:blip r:embed="rId5">
            <a:extLst/>
          </a:blip>
          <a:stretch>
            <a:fillRect/>
          </a:stretch>
        </p:blipFill>
        <p:spPr>
          <a:xfrm>
            <a:off x="4581991" y="18728829"/>
            <a:ext cx="4741832" cy="4003795"/>
          </a:xfrm>
          <a:prstGeom prst="rect">
            <a:avLst/>
          </a:prstGeom>
        </p:spPr>
      </p:pic>
      <p:pic>
        <p:nvPicPr>
          <p:cNvPr id="224" name="YOUTUBE frame white.png" descr="YOUTUBE frame white.png"/>
          <p:cNvPicPr>
            <a:picLocks noChangeAspect="1"/>
          </p:cNvPicPr>
          <p:nvPr/>
        </p:nvPicPr>
        <p:blipFill>
          <a:blip r:embed="rId6">
            <a:extLst/>
          </a:blip>
          <a:stretch>
            <a:fillRect/>
          </a:stretch>
        </p:blipFill>
        <p:spPr>
          <a:xfrm>
            <a:off x="3247003" y="26341210"/>
            <a:ext cx="605930" cy="605930"/>
          </a:xfrm>
          <a:prstGeom prst="rect">
            <a:avLst/>
          </a:prstGeom>
          <a:ln w="3175">
            <a:miter lim="400000"/>
          </a:ln>
        </p:spPr>
      </p:pic>
      <p:pic>
        <p:nvPicPr>
          <p:cNvPr id="225" name="INSTAGRAM frame white.png" descr="INSTAGRAM frame white.png"/>
          <p:cNvPicPr>
            <a:picLocks noChangeAspect="1"/>
          </p:cNvPicPr>
          <p:nvPr/>
        </p:nvPicPr>
        <p:blipFill>
          <a:blip r:embed="rId7">
            <a:extLst/>
          </a:blip>
          <a:stretch>
            <a:fillRect/>
          </a:stretch>
        </p:blipFill>
        <p:spPr>
          <a:xfrm>
            <a:off x="5329803" y="26341210"/>
            <a:ext cx="605930" cy="605930"/>
          </a:xfrm>
          <a:prstGeom prst="rect">
            <a:avLst/>
          </a:prstGeom>
          <a:ln w="3175">
            <a:miter lim="400000"/>
          </a:ln>
        </p:spPr>
      </p:pic>
      <p:pic>
        <p:nvPicPr>
          <p:cNvPr id="226" name="TWITTTER frame white.png" descr="TWITTTER frame white.png"/>
          <p:cNvPicPr>
            <a:picLocks noChangeAspect="1"/>
          </p:cNvPicPr>
          <p:nvPr/>
        </p:nvPicPr>
        <p:blipFill>
          <a:blip r:embed="rId8">
            <a:extLst/>
          </a:blip>
          <a:stretch>
            <a:fillRect/>
          </a:stretch>
        </p:blipFill>
        <p:spPr>
          <a:xfrm>
            <a:off x="6333103" y="26341210"/>
            <a:ext cx="605930" cy="605930"/>
          </a:xfrm>
          <a:prstGeom prst="rect">
            <a:avLst/>
          </a:prstGeom>
          <a:ln w="3175">
            <a:miter lim="400000"/>
          </a:ln>
        </p:spPr>
      </p:pic>
      <p:pic>
        <p:nvPicPr>
          <p:cNvPr id="227" name="FB frame white.png" descr="FB frame white.png"/>
          <p:cNvPicPr>
            <a:picLocks noChangeAspect="1"/>
          </p:cNvPicPr>
          <p:nvPr/>
        </p:nvPicPr>
        <p:blipFill>
          <a:blip r:embed="rId9">
            <a:extLst/>
          </a:blip>
          <a:stretch>
            <a:fillRect/>
          </a:stretch>
        </p:blipFill>
        <p:spPr>
          <a:xfrm>
            <a:off x="4199503" y="26341210"/>
            <a:ext cx="605930" cy="605930"/>
          </a:xfrm>
          <a:prstGeom prst="rect">
            <a:avLst/>
          </a:prstGeom>
          <a:ln w="3175">
            <a:miter lim="400000"/>
          </a:ln>
        </p:spPr>
      </p:pic>
      <p:sp>
        <p:nvSpPr>
          <p:cNvPr id="228" name="Stay connected"/>
          <p:cNvSpPr txBox="1"/>
          <p:nvPr/>
        </p:nvSpPr>
        <p:spPr>
          <a:xfrm>
            <a:off x="3908361" y="24609875"/>
            <a:ext cx="2585213" cy="2457812"/>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spcBef>
                <a:spcPts val="12000"/>
              </a:spcBef>
              <a:defRPr sz="2800" b="0"/>
            </a:lvl1pPr>
          </a:lstStyle>
          <a:p>
            <a:r>
              <a:t>Stay connected</a:t>
            </a:r>
          </a:p>
        </p:txBody>
      </p:sp>
      <p:sp>
        <p:nvSpPr>
          <p:cNvPr id="229" name="Copyright Sense Science Lab LTD."/>
          <p:cNvSpPr txBox="1"/>
          <p:nvPr/>
        </p:nvSpPr>
        <p:spPr>
          <a:xfrm>
            <a:off x="491768" y="26688912"/>
            <a:ext cx="2569668" cy="104206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defTabSz="457200">
              <a:lnSpc>
                <a:spcPts val="3300"/>
              </a:lnSpc>
              <a:defRPr sz="1200" b="0"/>
            </a:pPr>
            <a:r>
              <a:t>Copyright Sense Science Lab LTD.</a:t>
            </a:r>
            <a:br/>
            <a:r>
              <a:t/>
            </a:r>
            <a:br/>
            <a:endParaRPr/>
          </a:p>
        </p:txBody>
      </p:sp>
      <p:sp>
        <p:nvSpPr>
          <p:cNvPr id="230" name="Terms and Conditions     Privacy Policy Cookies Contact Us         Sitemap"/>
          <p:cNvSpPr txBox="1"/>
          <p:nvPr/>
        </p:nvSpPr>
        <p:spPr>
          <a:xfrm>
            <a:off x="3065400" y="27181037"/>
            <a:ext cx="6139943" cy="79441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p>
            <a:pPr marL="457200" indent="-457200" algn="l" defTabSz="457200">
              <a:lnSpc>
                <a:spcPts val="3300"/>
              </a:lnSpc>
              <a:tabLst>
                <a:tab pos="139700" algn="l"/>
                <a:tab pos="457200" algn="l"/>
              </a:tabLst>
              <a:defRPr sz="1200" b="0"/>
            </a:pPr>
            <a:r>
              <a:t>		</a:t>
            </a:r>
            <a:r>
              <a:rPr u="sng"/>
              <a:t>Terms and Conditions</a:t>
            </a:r>
            <a:r>
              <a:t>     </a:t>
            </a:r>
            <a:r>
              <a:rPr u="sng"/>
              <a:t>Privacy</a:t>
            </a:r>
            <a:r>
              <a:t> </a:t>
            </a:r>
            <a:r>
              <a:rPr u="sng"/>
              <a:t>Policy</a:t>
            </a:r>
            <a:r>
              <a:t> </a:t>
            </a:r>
            <a:r>
              <a:rPr u="sng"/>
              <a:t>Cookies</a:t>
            </a:r>
            <a:r>
              <a:t> </a:t>
            </a:r>
            <a:r>
              <a:rPr u="sng"/>
              <a:t>Contact Us</a:t>
            </a:r>
            <a:r>
              <a:t>       		</a:t>
            </a:r>
            <a:r>
              <a:rPr u="sng">
                <a:hlinkClick r:id="rId10"/>
              </a:rPr>
              <a:t>Sitemap</a:t>
            </a:r>
            <a:endParaRPr sz="1600"/>
          </a:p>
          <a:p>
            <a:pPr marL="914400" indent="-914400" algn="l" defTabSz="457200">
              <a:lnSpc>
                <a:spcPts val="3300"/>
              </a:lnSpc>
              <a:tabLst>
                <a:tab pos="596900" algn="l"/>
                <a:tab pos="914400" algn="l"/>
              </a:tabLst>
              <a:defRPr sz="1200" b="0"/>
            </a:pPr>
            <a:endParaRPr sz="1600"/>
          </a:p>
        </p:txBody>
      </p:sp>
      <p:sp>
        <p:nvSpPr>
          <p:cNvPr id="231" name="Follow us on our social media accounts to get more content."/>
          <p:cNvSpPr txBox="1"/>
          <p:nvPr/>
        </p:nvSpPr>
        <p:spPr>
          <a:xfrm>
            <a:off x="2102752" y="25250825"/>
            <a:ext cx="6196432" cy="678689"/>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spcBef>
                <a:spcPts val="12000"/>
              </a:spcBef>
              <a:defRPr sz="2000" b="0"/>
            </a:lvl1pPr>
          </a:lstStyle>
          <a:p>
            <a:r>
              <a:t>Follow us on our social media accounts to get more content.</a:t>
            </a:r>
          </a:p>
        </p:txBody>
      </p:sp>
      <p:sp>
        <p:nvSpPr>
          <p:cNvPr id="232" name="Our Mission"/>
          <p:cNvSpPr txBox="1"/>
          <p:nvPr/>
        </p:nvSpPr>
        <p:spPr>
          <a:xfrm>
            <a:off x="3847338" y="11011854"/>
            <a:ext cx="2058925" cy="497688"/>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defTabSz="931068">
              <a:defRPr sz="2800" b="0">
                <a:solidFill>
                  <a:srgbClr val="000000"/>
                </a:solidFill>
                <a:latin typeface="+mn-lt"/>
                <a:ea typeface="+mn-ea"/>
                <a:cs typeface="+mn-cs"/>
                <a:sym typeface="Helvetica Neue Medium"/>
              </a:defRPr>
            </a:lvl1pPr>
          </a:lstStyle>
          <a:p>
            <a:r>
              <a:rPr dirty="0"/>
              <a:t>Our Mission</a:t>
            </a:r>
          </a:p>
        </p:txBody>
      </p:sp>
      <p:sp>
        <p:nvSpPr>
          <p:cNvPr id="233" name="Oval"/>
          <p:cNvSpPr/>
          <p:nvPr/>
        </p:nvSpPr>
        <p:spPr>
          <a:xfrm>
            <a:off x="4425674" y="6229350"/>
            <a:ext cx="99806" cy="103550"/>
          </a:xfrm>
          <a:prstGeom prst="ellipse">
            <a:avLst/>
          </a:prstGeom>
          <a:solidFill>
            <a:schemeClr val="accent1">
              <a:hueOff val="373667"/>
              <a:lumOff val="-17254"/>
            </a:schemeClr>
          </a:solidFill>
          <a:ln w="12700">
            <a:solidFill>
              <a:srgbClr val="000000"/>
            </a:solidFill>
            <a:miter lim="400000"/>
          </a:ln>
        </p:spPr>
        <p:txBody>
          <a:bodyPr lIns="38100" tIns="38100" rIns="38100" bIns="38100" anchor="ctr"/>
          <a:lstStyle/>
          <a:p>
            <a:pPr>
              <a:defRPr sz="5600" b="0">
                <a:latin typeface="+mn-lt"/>
                <a:ea typeface="+mn-ea"/>
                <a:cs typeface="+mn-cs"/>
                <a:sym typeface="Helvetica Neue Medium"/>
              </a:defRPr>
            </a:pPr>
            <a:endParaRPr/>
          </a:p>
        </p:txBody>
      </p:sp>
      <p:sp>
        <p:nvSpPr>
          <p:cNvPr id="234" name="Oval"/>
          <p:cNvSpPr/>
          <p:nvPr/>
        </p:nvSpPr>
        <p:spPr>
          <a:xfrm>
            <a:off x="4688923" y="6229350"/>
            <a:ext cx="99805" cy="103550"/>
          </a:xfrm>
          <a:prstGeom prst="ellipse">
            <a:avLst/>
          </a:prstGeom>
          <a:solidFill>
            <a:srgbClr val="FFFFFF"/>
          </a:solidFill>
          <a:ln w="12700">
            <a:solidFill>
              <a:srgbClr val="000000"/>
            </a:solidFill>
            <a:miter lim="400000"/>
          </a:ln>
        </p:spPr>
        <p:txBody>
          <a:bodyPr lIns="38100" tIns="38100" rIns="38100" bIns="38100" anchor="ctr"/>
          <a:lstStyle/>
          <a:p>
            <a:pPr>
              <a:defRPr sz="5600" b="0">
                <a:solidFill>
                  <a:srgbClr val="000000"/>
                </a:solidFill>
                <a:latin typeface="+mn-lt"/>
                <a:ea typeface="+mn-ea"/>
                <a:cs typeface="+mn-cs"/>
                <a:sym typeface="Helvetica Neue Medium"/>
              </a:defRPr>
            </a:pPr>
            <a:endParaRPr/>
          </a:p>
        </p:txBody>
      </p:sp>
      <p:sp>
        <p:nvSpPr>
          <p:cNvPr id="235" name="Oval"/>
          <p:cNvSpPr/>
          <p:nvPr/>
        </p:nvSpPr>
        <p:spPr>
          <a:xfrm>
            <a:off x="4958522" y="6229350"/>
            <a:ext cx="99805" cy="103550"/>
          </a:xfrm>
          <a:prstGeom prst="ellipse">
            <a:avLst/>
          </a:prstGeom>
          <a:solidFill>
            <a:srgbClr val="FFFFFF"/>
          </a:solidFill>
          <a:ln w="12700">
            <a:solidFill>
              <a:srgbClr val="000000"/>
            </a:solidFill>
            <a:miter lim="400000"/>
          </a:ln>
        </p:spPr>
        <p:txBody>
          <a:bodyPr lIns="38100" tIns="38100" rIns="38100" bIns="38100" anchor="ctr"/>
          <a:lstStyle/>
          <a:p>
            <a:pPr>
              <a:defRPr sz="5600" b="0">
                <a:solidFill>
                  <a:srgbClr val="000000"/>
                </a:solidFill>
                <a:latin typeface="+mn-lt"/>
                <a:ea typeface="+mn-ea"/>
                <a:cs typeface="+mn-cs"/>
                <a:sym typeface="Helvetica Neue Medium"/>
              </a:defRPr>
            </a:pPr>
            <a:endParaRPr/>
          </a:p>
        </p:txBody>
      </p:sp>
      <p:sp>
        <p:nvSpPr>
          <p:cNvPr id="236" name="Oval"/>
          <p:cNvSpPr/>
          <p:nvPr/>
        </p:nvSpPr>
        <p:spPr>
          <a:xfrm>
            <a:off x="5497719" y="6229350"/>
            <a:ext cx="99806" cy="103550"/>
          </a:xfrm>
          <a:prstGeom prst="ellipse">
            <a:avLst/>
          </a:prstGeom>
          <a:solidFill>
            <a:srgbClr val="FFFFFF"/>
          </a:solidFill>
          <a:ln w="12700">
            <a:solidFill>
              <a:srgbClr val="000000"/>
            </a:solidFill>
            <a:miter lim="400000"/>
          </a:ln>
        </p:spPr>
        <p:txBody>
          <a:bodyPr lIns="38100" tIns="38100" rIns="38100" bIns="38100" anchor="ctr"/>
          <a:lstStyle/>
          <a:p>
            <a:pPr>
              <a:defRPr sz="5600" b="0">
                <a:solidFill>
                  <a:srgbClr val="000000"/>
                </a:solidFill>
                <a:latin typeface="+mn-lt"/>
                <a:ea typeface="+mn-ea"/>
                <a:cs typeface="+mn-cs"/>
                <a:sym typeface="Helvetica Neue Medium"/>
              </a:defRPr>
            </a:pPr>
            <a:endParaRPr/>
          </a:p>
        </p:txBody>
      </p:sp>
      <p:sp>
        <p:nvSpPr>
          <p:cNvPr id="237" name="Oval"/>
          <p:cNvSpPr/>
          <p:nvPr/>
        </p:nvSpPr>
        <p:spPr>
          <a:xfrm>
            <a:off x="5228120" y="6229350"/>
            <a:ext cx="99806" cy="103550"/>
          </a:xfrm>
          <a:prstGeom prst="ellipse">
            <a:avLst/>
          </a:prstGeom>
          <a:solidFill>
            <a:srgbClr val="FFFFFF"/>
          </a:solidFill>
          <a:ln w="12700">
            <a:solidFill>
              <a:srgbClr val="000000"/>
            </a:solidFill>
            <a:miter lim="400000"/>
          </a:ln>
        </p:spPr>
        <p:txBody>
          <a:bodyPr lIns="38100" tIns="38100" rIns="38100" bIns="38100" anchor="ctr"/>
          <a:lstStyle/>
          <a:p>
            <a:pPr>
              <a:defRPr sz="5600" b="0">
                <a:solidFill>
                  <a:srgbClr val="000000"/>
                </a:solidFill>
                <a:latin typeface="+mn-lt"/>
                <a:ea typeface="+mn-ea"/>
                <a:cs typeface="+mn-cs"/>
                <a:sym typeface="Helvetica Neue Medium"/>
              </a:defRPr>
            </a:pPr>
            <a:endParaRPr/>
          </a:p>
        </p:txBody>
      </p:sp>
      <p:pic>
        <p:nvPicPr>
          <p:cNvPr id="238" name="Screen Shot 2022-07-31 at 3.16.46 PM.png" descr="Screen Shot 2022-07-31 at 3.16.46 PM.png"/>
          <p:cNvPicPr>
            <a:picLocks noChangeAspect="1"/>
          </p:cNvPicPr>
          <p:nvPr/>
        </p:nvPicPr>
        <p:blipFill>
          <a:blip r:embed="rId11">
            <a:extLst/>
          </a:blip>
          <a:srcRect l="32883"/>
          <a:stretch>
            <a:fillRect/>
          </a:stretch>
        </p:blipFill>
        <p:spPr>
          <a:xfrm>
            <a:off x="7042021" y="81085"/>
            <a:ext cx="2591247" cy="787401"/>
          </a:xfrm>
          <a:prstGeom prst="rect">
            <a:avLst/>
          </a:prstGeom>
          <a:ln w="3175">
            <a:miter lim="400000"/>
          </a:ln>
        </p:spPr>
      </p:pic>
      <p:sp>
        <p:nvSpPr>
          <p:cNvPr id="239" name="Search"/>
          <p:cNvSpPr txBox="1"/>
          <p:nvPr/>
        </p:nvSpPr>
        <p:spPr>
          <a:xfrm>
            <a:off x="6051359" y="255849"/>
            <a:ext cx="851282" cy="361672"/>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defRPr sz="1800"/>
            </a:lvl1pPr>
          </a:lstStyle>
          <a:p>
            <a:r>
              <a:t>Search</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1" name="Rectangle"/>
          <p:cNvSpPr/>
          <p:nvPr/>
        </p:nvSpPr>
        <p:spPr>
          <a:xfrm>
            <a:off x="-12700" y="-160215"/>
            <a:ext cx="9779000" cy="1042061"/>
          </a:xfrm>
          <a:prstGeom prst="rect">
            <a:avLst/>
          </a:prstGeom>
          <a:solidFill>
            <a:srgbClr val="000000"/>
          </a:solidFill>
          <a:ln w="3175">
            <a:miter lim="400000"/>
          </a:ln>
        </p:spPr>
        <p:txBody>
          <a:bodyPr lIns="38100" tIns="38100" rIns="38100" bIns="38100" anchor="ctr"/>
          <a:lstStyle/>
          <a:p>
            <a:pPr>
              <a:defRPr sz="5600" b="0">
                <a:latin typeface="+mn-lt"/>
                <a:ea typeface="+mn-ea"/>
                <a:cs typeface="+mn-cs"/>
                <a:sym typeface="Helvetica Neue Medium"/>
              </a:defRPr>
            </a:pPr>
            <a:endParaRPr/>
          </a:p>
        </p:txBody>
      </p:sp>
      <p:pic>
        <p:nvPicPr>
          <p:cNvPr id="242" name="Screen Shot 2022-07-31 at 3.16.46 PM.png" descr="Screen Shot 2022-07-31 at 3.16.46 PM.png"/>
          <p:cNvPicPr>
            <a:picLocks noChangeAspect="1"/>
          </p:cNvPicPr>
          <p:nvPr/>
        </p:nvPicPr>
        <p:blipFill>
          <a:blip r:embed="rId2">
            <a:extLst/>
          </a:blip>
          <a:srcRect l="32883"/>
          <a:stretch>
            <a:fillRect/>
          </a:stretch>
        </p:blipFill>
        <p:spPr>
          <a:xfrm>
            <a:off x="7042021" y="81085"/>
            <a:ext cx="2591247" cy="787401"/>
          </a:xfrm>
          <a:prstGeom prst="rect">
            <a:avLst/>
          </a:prstGeom>
          <a:ln w="3175">
            <a:miter lim="400000"/>
          </a:ln>
        </p:spPr>
      </p:pic>
      <p:sp>
        <p:nvSpPr>
          <p:cNvPr id="243" name="Search"/>
          <p:cNvSpPr txBox="1"/>
          <p:nvPr/>
        </p:nvSpPr>
        <p:spPr>
          <a:xfrm>
            <a:off x="6051359" y="255849"/>
            <a:ext cx="851282" cy="361672"/>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defRPr sz="1800"/>
            </a:lvl1pPr>
          </a:lstStyle>
          <a:p>
            <a:r>
              <a:t>Search</a:t>
            </a:r>
          </a:p>
        </p:txBody>
      </p:sp>
      <p:sp>
        <p:nvSpPr>
          <p:cNvPr id="244" name="Rectangle"/>
          <p:cNvSpPr/>
          <p:nvPr/>
        </p:nvSpPr>
        <p:spPr>
          <a:xfrm>
            <a:off x="0" y="24328897"/>
            <a:ext cx="9753600" cy="3602422"/>
          </a:xfrm>
          <a:prstGeom prst="rect">
            <a:avLst/>
          </a:prstGeom>
          <a:solidFill>
            <a:srgbClr val="000000"/>
          </a:solidFill>
          <a:ln w="3175">
            <a:miter lim="400000"/>
          </a:ln>
        </p:spPr>
        <p:txBody>
          <a:bodyPr lIns="38100" tIns="38100" rIns="38100" bIns="38100" anchor="ctr"/>
          <a:lstStyle/>
          <a:p>
            <a:pPr>
              <a:defRPr sz="5600" b="0">
                <a:latin typeface="+mn-lt"/>
                <a:ea typeface="+mn-ea"/>
                <a:cs typeface="+mn-cs"/>
                <a:sym typeface="Helvetica Neue Medium"/>
              </a:defRPr>
            </a:pPr>
            <a:endParaRPr/>
          </a:p>
        </p:txBody>
      </p:sp>
      <p:pic>
        <p:nvPicPr>
          <p:cNvPr id="245" name="YOUTUBE frame white.png" descr="YOUTUBE frame white.png"/>
          <p:cNvPicPr>
            <a:picLocks noChangeAspect="1"/>
          </p:cNvPicPr>
          <p:nvPr/>
        </p:nvPicPr>
        <p:blipFill>
          <a:blip r:embed="rId3">
            <a:extLst/>
          </a:blip>
          <a:stretch>
            <a:fillRect/>
          </a:stretch>
        </p:blipFill>
        <p:spPr>
          <a:xfrm>
            <a:off x="3247003" y="26341210"/>
            <a:ext cx="605930" cy="605930"/>
          </a:xfrm>
          <a:prstGeom prst="rect">
            <a:avLst/>
          </a:prstGeom>
          <a:ln w="3175">
            <a:miter lim="400000"/>
          </a:ln>
        </p:spPr>
      </p:pic>
      <p:pic>
        <p:nvPicPr>
          <p:cNvPr id="246" name="INSTAGRAM frame white.png" descr="INSTAGRAM frame white.png"/>
          <p:cNvPicPr>
            <a:picLocks noChangeAspect="1"/>
          </p:cNvPicPr>
          <p:nvPr/>
        </p:nvPicPr>
        <p:blipFill>
          <a:blip r:embed="rId4">
            <a:extLst/>
          </a:blip>
          <a:stretch>
            <a:fillRect/>
          </a:stretch>
        </p:blipFill>
        <p:spPr>
          <a:xfrm>
            <a:off x="5329803" y="26341210"/>
            <a:ext cx="605930" cy="605930"/>
          </a:xfrm>
          <a:prstGeom prst="rect">
            <a:avLst/>
          </a:prstGeom>
          <a:ln w="3175">
            <a:miter lim="400000"/>
          </a:ln>
        </p:spPr>
      </p:pic>
      <p:pic>
        <p:nvPicPr>
          <p:cNvPr id="247" name="TWITTTER frame white.png" descr="TWITTTER frame white.png"/>
          <p:cNvPicPr>
            <a:picLocks noChangeAspect="1"/>
          </p:cNvPicPr>
          <p:nvPr/>
        </p:nvPicPr>
        <p:blipFill>
          <a:blip r:embed="rId5">
            <a:extLst/>
          </a:blip>
          <a:stretch>
            <a:fillRect/>
          </a:stretch>
        </p:blipFill>
        <p:spPr>
          <a:xfrm>
            <a:off x="6333103" y="26341210"/>
            <a:ext cx="605930" cy="605930"/>
          </a:xfrm>
          <a:prstGeom prst="rect">
            <a:avLst/>
          </a:prstGeom>
          <a:ln w="3175">
            <a:miter lim="400000"/>
          </a:ln>
        </p:spPr>
      </p:pic>
      <p:pic>
        <p:nvPicPr>
          <p:cNvPr id="248" name="FB frame white.png" descr="FB frame white.png"/>
          <p:cNvPicPr>
            <a:picLocks noChangeAspect="1"/>
          </p:cNvPicPr>
          <p:nvPr/>
        </p:nvPicPr>
        <p:blipFill>
          <a:blip r:embed="rId6">
            <a:extLst/>
          </a:blip>
          <a:stretch>
            <a:fillRect/>
          </a:stretch>
        </p:blipFill>
        <p:spPr>
          <a:xfrm>
            <a:off x="4199503" y="26341210"/>
            <a:ext cx="605930" cy="605930"/>
          </a:xfrm>
          <a:prstGeom prst="rect">
            <a:avLst/>
          </a:prstGeom>
          <a:ln w="3175">
            <a:miter lim="400000"/>
          </a:ln>
        </p:spPr>
      </p:pic>
      <p:sp>
        <p:nvSpPr>
          <p:cNvPr id="249" name="Stay connected"/>
          <p:cNvSpPr txBox="1"/>
          <p:nvPr/>
        </p:nvSpPr>
        <p:spPr>
          <a:xfrm>
            <a:off x="3908361" y="24609875"/>
            <a:ext cx="2585213" cy="2457812"/>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spcBef>
                <a:spcPts val="12000"/>
              </a:spcBef>
              <a:defRPr sz="2800" b="0"/>
            </a:lvl1pPr>
          </a:lstStyle>
          <a:p>
            <a:r>
              <a:t>Stay connected</a:t>
            </a:r>
          </a:p>
        </p:txBody>
      </p:sp>
      <p:sp>
        <p:nvSpPr>
          <p:cNvPr id="250" name="Copyright Sense Science Lab LTD."/>
          <p:cNvSpPr txBox="1"/>
          <p:nvPr/>
        </p:nvSpPr>
        <p:spPr>
          <a:xfrm>
            <a:off x="491768" y="26688912"/>
            <a:ext cx="2569668" cy="104206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defTabSz="457200">
              <a:lnSpc>
                <a:spcPts val="3300"/>
              </a:lnSpc>
              <a:defRPr sz="1200" b="0"/>
            </a:pPr>
            <a:r>
              <a:t>Copyright Sense Science Lab LTD.</a:t>
            </a:r>
            <a:br/>
            <a:r>
              <a:t/>
            </a:r>
            <a:br/>
            <a:endParaRPr/>
          </a:p>
        </p:txBody>
      </p:sp>
      <p:sp>
        <p:nvSpPr>
          <p:cNvPr id="251" name="Terms and Conditions     Privacy Policy Cookies Contact Us         Sitemap"/>
          <p:cNvSpPr txBox="1"/>
          <p:nvPr/>
        </p:nvSpPr>
        <p:spPr>
          <a:xfrm>
            <a:off x="3065400" y="27181037"/>
            <a:ext cx="6139943" cy="79441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p>
            <a:pPr marL="457200" indent="-457200" algn="l" defTabSz="457200">
              <a:lnSpc>
                <a:spcPts val="3300"/>
              </a:lnSpc>
              <a:tabLst>
                <a:tab pos="139700" algn="l"/>
                <a:tab pos="457200" algn="l"/>
              </a:tabLst>
              <a:defRPr sz="1200" b="0"/>
            </a:pPr>
            <a:r>
              <a:t>		</a:t>
            </a:r>
            <a:r>
              <a:rPr u="sng"/>
              <a:t>Terms and Conditions</a:t>
            </a:r>
            <a:r>
              <a:t>     </a:t>
            </a:r>
            <a:r>
              <a:rPr u="sng"/>
              <a:t>Privacy</a:t>
            </a:r>
            <a:r>
              <a:t> </a:t>
            </a:r>
            <a:r>
              <a:rPr u="sng"/>
              <a:t>Policy</a:t>
            </a:r>
            <a:r>
              <a:t> </a:t>
            </a:r>
            <a:r>
              <a:rPr u="sng"/>
              <a:t>Cookies</a:t>
            </a:r>
            <a:r>
              <a:t> </a:t>
            </a:r>
            <a:r>
              <a:rPr u="sng"/>
              <a:t>Contact Us</a:t>
            </a:r>
            <a:r>
              <a:t>       		</a:t>
            </a:r>
            <a:r>
              <a:rPr u="sng">
                <a:hlinkClick r:id="rId7"/>
              </a:rPr>
              <a:t>Sitemap</a:t>
            </a:r>
            <a:endParaRPr sz="1600"/>
          </a:p>
          <a:p>
            <a:pPr marL="914400" indent="-914400" algn="l" defTabSz="457200">
              <a:lnSpc>
                <a:spcPts val="3300"/>
              </a:lnSpc>
              <a:tabLst>
                <a:tab pos="596900" algn="l"/>
                <a:tab pos="914400" algn="l"/>
              </a:tabLst>
              <a:defRPr sz="1200" b="0"/>
            </a:pPr>
            <a:endParaRPr sz="1600"/>
          </a:p>
        </p:txBody>
      </p:sp>
      <p:sp>
        <p:nvSpPr>
          <p:cNvPr id="252" name="Follow us on our social media accounts to get more content."/>
          <p:cNvSpPr txBox="1"/>
          <p:nvPr/>
        </p:nvSpPr>
        <p:spPr>
          <a:xfrm>
            <a:off x="2102752" y="25250825"/>
            <a:ext cx="6196432" cy="678689"/>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spcBef>
                <a:spcPts val="12000"/>
              </a:spcBef>
              <a:defRPr sz="2000" b="0"/>
            </a:lvl1pPr>
          </a:lstStyle>
          <a:p>
            <a:r>
              <a:t>Follow us on our social media accounts to get more content.</a:t>
            </a:r>
          </a:p>
        </p:txBody>
      </p:sp>
      <p:sp>
        <p:nvSpPr>
          <p:cNvPr id="253" name="Product"/>
          <p:cNvSpPr txBox="1"/>
          <p:nvPr/>
        </p:nvSpPr>
        <p:spPr>
          <a:xfrm>
            <a:off x="1860856" y="1556483"/>
            <a:ext cx="6031888" cy="1293934"/>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defTabSz="457200">
              <a:lnSpc>
                <a:spcPts val="8400"/>
              </a:lnSpc>
              <a:spcBef>
                <a:spcPts val="3400"/>
              </a:spcBef>
              <a:defRPr sz="3461">
                <a:solidFill>
                  <a:srgbClr val="5A5A5A"/>
                </a:solidFill>
                <a:latin typeface="Times Roman"/>
                <a:ea typeface="Times Roman"/>
                <a:cs typeface="Times Roman"/>
                <a:sym typeface="Times Roman"/>
              </a:defRPr>
            </a:lvl1pPr>
          </a:lstStyle>
          <a:p>
            <a:r>
              <a:t>Product</a:t>
            </a:r>
          </a:p>
        </p:txBody>
      </p:sp>
      <p:sp>
        <p:nvSpPr>
          <p:cNvPr id="254" name="Shipping"/>
          <p:cNvSpPr txBox="1"/>
          <p:nvPr/>
        </p:nvSpPr>
        <p:spPr>
          <a:xfrm>
            <a:off x="1860856" y="8376383"/>
            <a:ext cx="6031888" cy="1293934"/>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defTabSz="457200">
              <a:lnSpc>
                <a:spcPts val="8400"/>
              </a:lnSpc>
              <a:spcBef>
                <a:spcPts val="3400"/>
              </a:spcBef>
              <a:defRPr sz="3461">
                <a:solidFill>
                  <a:srgbClr val="5A5A5A"/>
                </a:solidFill>
                <a:latin typeface="Times Roman"/>
                <a:ea typeface="Times Roman"/>
                <a:cs typeface="Times Roman"/>
                <a:sym typeface="Times Roman"/>
              </a:defRPr>
            </a:lvl1pPr>
          </a:lstStyle>
          <a:p>
            <a:r>
              <a:t>Shipping</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 name="Rectangle"/>
          <p:cNvSpPr/>
          <p:nvPr/>
        </p:nvSpPr>
        <p:spPr>
          <a:xfrm>
            <a:off x="-12700" y="-160215"/>
            <a:ext cx="9779000" cy="1042061"/>
          </a:xfrm>
          <a:prstGeom prst="rect">
            <a:avLst/>
          </a:prstGeom>
          <a:solidFill>
            <a:srgbClr val="000000"/>
          </a:solidFill>
          <a:ln w="3175">
            <a:miter lim="400000"/>
          </a:ln>
        </p:spPr>
        <p:txBody>
          <a:bodyPr lIns="38100" tIns="38100" rIns="38100" bIns="38100" anchor="ctr"/>
          <a:lstStyle/>
          <a:p>
            <a:pPr>
              <a:defRPr sz="5600" b="0">
                <a:latin typeface="+mn-lt"/>
                <a:ea typeface="+mn-ea"/>
                <a:cs typeface="+mn-cs"/>
                <a:sym typeface="Helvetica Neue Medium"/>
              </a:defRPr>
            </a:pPr>
            <a:endParaRPr/>
          </a:p>
        </p:txBody>
      </p:sp>
      <p:pic>
        <p:nvPicPr>
          <p:cNvPr id="257" name="Screen Shot 2022-07-31 at 3.16.46 PM.png" descr="Screen Shot 2022-07-31 at 3.16.46 PM.png"/>
          <p:cNvPicPr>
            <a:picLocks noChangeAspect="1"/>
          </p:cNvPicPr>
          <p:nvPr/>
        </p:nvPicPr>
        <p:blipFill>
          <a:blip r:embed="rId2">
            <a:extLst/>
          </a:blip>
          <a:srcRect l="32883"/>
          <a:stretch>
            <a:fillRect/>
          </a:stretch>
        </p:blipFill>
        <p:spPr>
          <a:xfrm>
            <a:off x="7042021" y="81085"/>
            <a:ext cx="2591247" cy="787401"/>
          </a:xfrm>
          <a:prstGeom prst="rect">
            <a:avLst/>
          </a:prstGeom>
          <a:ln w="3175">
            <a:miter lim="400000"/>
          </a:ln>
        </p:spPr>
      </p:pic>
      <p:sp>
        <p:nvSpPr>
          <p:cNvPr id="258" name="Search"/>
          <p:cNvSpPr txBox="1"/>
          <p:nvPr/>
        </p:nvSpPr>
        <p:spPr>
          <a:xfrm>
            <a:off x="6051359" y="255849"/>
            <a:ext cx="851282" cy="361672"/>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defRPr sz="1800"/>
            </a:lvl1pPr>
          </a:lstStyle>
          <a:p>
            <a:r>
              <a:t>Search</a:t>
            </a:r>
          </a:p>
        </p:txBody>
      </p:sp>
      <p:sp>
        <p:nvSpPr>
          <p:cNvPr id="259" name="Rectangle"/>
          <p:cNvSpPr/>
          <p:nvPr/>
        </p:nvSpPr>
        <p:spPr>
          <a:xfrm>
            <a:off x="0" y="24328897"/>
            <a:ext cx="9753600" cy="3602422"/>
          </a:xfrm>
          <a:prstGeom prst="rect">
            <a:avLst/>
          </a:prstGeom>
          <a:solidFill>
            <a:srgbClr val="000000"/>
          </a:solidFill>
          <a:ln w="3175">
            <a:miter lim="400000"/>
          </a:ln>
        </p:spPr>
        <p:txBody>
          <a:bodyPr lIns="38100" tIns="38100" rIns="38100" bIns="38100" anchor="ctr"/>
          <a:lstStyle/>
          <a:p>
            <a:pPr>
              <a:defRPr sz="5600" b="0">
                <a:latin typeface="+mn-lt"/>
                <a:ea typeface="+mn-ea"/>
                <a:cs typeface="+mn-cs"/>
                <a:sym typeface="Helvetica Neue Medium"/>
              </a:defRPr>
            </a:pPr>
            <a:endParaRPr/>
          </a:p>
        </p:txBody>
      </p:sp>
      <p:pic>
        <p:nvPicPr>
          <p:cNvPr id="260" name="YOUTUBE frame white.png" descr="YOUTUBE frame white.png"/>
          <p:cNvPicPr>
            <a:picLocks noChangeAspect="1"/>
          </p:cNvPicPr>
          <p:nvPr/>
        </p:nvPicPr>
        <p:blipFill>
          <a:blip r:embed="rId3">
            <a:extLst/>
          </a:blip>
          <a:stretch>
            <a:fillRect/>
          </a:stretch>
        </p:blipFill>
        <p:spPr>
          <a:xfrm>
            <a:off x="3247003" y="26341210"/>
            <a:ext cx="605930" cy="605930"/>
          </a:xfrm>
          <a:prstGeom prst="rect">
            <a:avLst/>
          </a:prstGeom>
          <a:ln w="3175">
            <a:miter lim="400000"/>
          </a:ln>
        </p:spPr>
      </p:pic>
      <p:pic>
        <p:nvPicPr>
          <p:cNvPr id="261" name="INSTAGRAM frame white.png" descr="INSTAGRAM frame white.png"/>
          <p:cNvPicPr>
            <a:picLocks noChangeAspect="1"/>
          </p:cNvPicPr>
          <p:nvPr/>
        </p:nvPicPr>
        <p:blipFill>
          <a:blip r:embed="rId4">
            <a:extLst/>
          </a:blip>
          <a:stretch>
            <a:fillRect/>
          </a:stretch>
        </p:blipFill>
        <p:spPr>
          <a:xfrm>
            <a:off x="5329803" y="26341210"/>
            <a:ext cx="605930" cy="605930"/>
          </a:xfrm>
          <a:prstGeom prst="rect">
            <a:avLst/>
          </a:prstGeom>
          <a:ln w="3175">
            <a:miter lim="400000"/>
          </a:ln>
        </p:spPr>
      </p:pic>
      <p:pic>
        <p:nvPicPr>
          <p:cNvPr id="262" name="TWITTTER frame white.png" descr="TWITTTER frame white.png"/>
          <p:cNvPicPr>
            <a:picLocks noChangeAspect="1"/>
          </p:cNvPicPr>
          <p:nvPr/>
        </p:nvPicPr>
        <p:blipFill>
          <a:blip r:embed="rId5">
            <a:extLst/>
          </a:blip>
          <a:stretch>
            <a:fillRect/>
          </a:stretch>
        </p:blipFill>
        <p:spPr>
          <a:xfrm>
            <a:off x="6333103" y="26341210"/>
            <a:ext cx="605930" cy="605930"/>
          </a:xfrm>
          <a:prstGeom prst="rect">
            <a:avLst/>
          </a:prstGeom>
          <a:ln w="3175">
            <a:miter lim="400000"/>
          </a:ln>
        </p:spPr>
      </p:pic>
      <p:pic>
        <p:nvPicPr>
          <p:cNvPr id="263" name="FB frame white.png" descr="FB frame white.png"/>
          <p:cNvPicPr>
            <a:picLocks noChangeAspect="1"/>
          </p:cNvPicPr>
          <p:nvPr/>
        </p:nvPicPr>
        <p:blipFill>
          <a:blip r:embed="rId6">
            <a:extLst/>
          </a:blip>
          <a:stretch>
            <a:fillRect/>
          </a:stretch>
        </p:blipFill>
        <p:spPr>
          <a:xfrm>
            <a:off x="4199503" y="26341210"/>
            <a:ext cx="605930" cy="605930"/>
          </a:xfrm>
          <a:prstGeom prst="rect">
            <a:avLst/>
          </a:prstGeom>
          <a:ln w="3175">
            <a:miter lim="400000"/>
          </a:ln>
        </p:spPr>
      </p:pic>
      <p:sp>
        <p:nvSpPr>
          <p:cNvPr id="264" name="Stay connected"/>
          <p:cNvSpPr txBox="1"/>
          <p:nvPr/>
        </p:nvSpPr>
        <p:spPr>
          <a:xfrm>
            <a:off x="3908361" y="24609875"/>
            <a:ext cx="2585213" cy="2457812"/>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lvl1pPr>
              <a:spcBef>
                <a:spcPts val="12000"/>
              </a:spcBef>
              <a:defRPr sz="2800" b="0"/>
            </a:lvl1pPr>
          </a:lstStyle>
          <a:p>
            <a:r>
              <a:t>Stay connected</a:t>
            </a:r>
          </a:p>
        </p:txBody>
      </p:sp>
      <p:sp>
        <p:nvSpPr>
          <p:cNvPr id="265" name="Copyright Sense Science Lab LTD."/>
          <p:cNvSpPr txBox="1"/>
          <p:nvPr/>
        </p:nvSpPr>
        <p:spPr>
          <a:xfrm>
            <a:off x="491768" y="26688912"/>
            <a:ext cx="2569668" cy="1042061"/>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algn="l" defTabSz="457200">
              <a:lnSpc>
                <a:spcPts val="3300"/>
              </a:lnSpc>
              <a:defRPr sz="1200" b="0"/>
            </a:pPr>
            <a:r>
              <a:t>Copyright Sense Science Lab LTD.</a:t>
            </a:r>
            <a:br/>
            <a:r>
              <a:t/>
            </a:r>
            <a:br/>
            <a:endParaRPr/>
          </a:p>
        </p:txBody>
      </p:sp>
      <p:sp>
        <p:nvSpPr>
          <p:cNvPr id="266" name="Terms and Conditions     Privacy Policy Cookies Contact Us         Sitemap"/>
          <p:cNvSpPr txBox="1"/>
          <p:nvPr/>
        </p:nvSpPr>
        <p:spPr>
          <a:xfrm>
            <a:off x="3065400" y="27181037"/>
            <a:ext cx="6139943" cy="794411"/>
          </a:xfrm>
          <a:prstGeom prst="rect">
            <a:avLst/>
          </a:prstGeom>
          <a:ln w="3175">
            <a:miter lim="400000"/>
          </a:ln>
          <a:extLst>
            <a:ext uri="{C572A759-6A51-4108-AA02-DFA0A04FC94B}">
              <ma14:wrappingTextBoxFlag xmlns:ma14="http://schemas.microsoft.com/office/mac/drawingml/2011/main" val="1"/>
            </a:ext>
          </a:extLst>
        </p:spPr>
        <p:txBody>
          <a:bodyPr wrap="none" lIns="38100" tIns="38100" rIns="38100" bIns="38100" anchor="ctr">
            <a:spAutoFit/>
          </a:bodyPr>
          <a:lstStyle/>
          <a:p>
            <a:pPr marL="457200" indent="-457200" algn="l" defTabSz="457200">
              <a:lnSpc>
                <a:spcPts val="3300"/>
              </a:lnSpc>
              <a:tabLst>
                <a:tab pos="139700" algn="l"/>
                <a:tab pos="457200" algn="l"/>
              </a:tabLst>
              <a:defRPr sz="1200" b="0"/>
            </a:pPr>
            <a:r>
              <a:t>		</a:t>
            </a:r>
            <a:r>
              <a:rPr u="sng"/>
              <a:t>Terms and Conditions</a:t>
            </a:r>
            <a:r>
              <a:t>     </a:t>
            </a:r>
            <a:r>
              <a:rPr u="sng"/>
              <a:t>Privacy</a:t>
            </a:r>
            <a:r>
              <a:t> </a:t>
            </a:r>
            <a:r>
              <a:rPr u="sng"/>
              <a:t>Policy</a:t>
            </a:r>
            <a:r>
              <a:t> </a:t>
            </a:r>
            <a:r>
              <a:rPr u="sng"/>
              <a:t>Cookies</a:t>
            </a:r>
            <a:r>
              <a:t> </a:t>
            </a:r>
            <a:r>
              <a:rPr u="sng"/>
              <a:t>Contact Us</a:t>
            </a:r>
            <a:r>
              <a:t>       		</a:t>
            </a:r>
            <a:r>
              <a:rPr u="sng">
                <a:hlinkClick r:id="rId7"/>
              </a:rPr>
              <a:t>Sitemap</a:t>
            </a:r>
            <a:endParaRPr sz="1600"/>
          </a:p>
          <a:p>
            <a:pPr marL="914400" indent="-914400" algn="l" defTabSz="457200">
              <a:lnSpc>
                <a:spcPts val="3300"/>
              </a:lnSpc>
              <a:tabLst>
                <a:tab pos="596900" algn="l"/>
                <a:tab pos="914400" algn="l"/>
              </a:tabLst>
              <a:defRPr sz="1200" b="0"/>
            </a:pPr>
            <a:endParaRPr sz="1600"/>
          </a:p>
        </p:txBody>
      </p:sp>
      <p:sp>
        <p:nvSpPr>
          <p:cNvPr id="267" name="Follow us on our social media accounts to get more content."/>
          <p:cNvSpPr txBox="1"/>
          <p:nvPr/>
        </p:nvSpPr>
        <p:spPr>
          <a:xfrm>
            <a:off x="2102752" y="25250825"/>
            <a:ext cx="6196432" cy="678689"/>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spcBef>
                <a:spcPts val="12000"/>
              </a:spcBef>
              <a:defRPr sz="2000" b="0"/>
            </a:lvl1pPr>
          </a:lstStyle>
          <a:p>
            <a:r>
              <a:t>Follow us on our social media accounts to get more content.</a:t>
            </a:r>
          </a:p>
        </p:txBody>
      </p:sp>
      <p:sp>
        <p:nvSpPr>
          <p:cNvPr id="268" name="Refund policy…"/>
          <p:cNvSpPr txBox="1"/>
          <p:nvPr/>
        </p:nvSpPr>
        <p:spPr>
          <a:xfrm>
            <a:off x="1860856" y="1824770"/>
            <a:ext cx="6031888" cy="13685960"/>
          </a:xfrm>
          <a:prstGeom prst="rect">
            <a:avLst/>
          </a:prstGeom>
          <a:ln w="3175">
            <a:miter lim="400000"/>
          </a:ln>
          <a:extLst>
            <a:ext uri="{C572A759-6A51-4108-AA02-DFA0A04FC94B}">
              <ma14:wrappingTextBoxFlag xmlns:ma14="http://schemas.microsoft.com/office/mac/drawingml/2011/main" val="1"/>
            </a:ext>
          </a:extLst>
        </p:spPr>
        <p:txBody>
          <a:bodyPr lIns="38100" tIns="38100" rIns="38100" bIns="38100" anchor="ctr">
            <a:spAutoFit/>
          </a:bodyPr>
          <a:lstStyle/>
          <a:p>
            <a:pPr defTabSz="457200">
              <a:lnSpc>
                <a:spcPts val="8400"/>
              </a:lnSpc>
              <a:spcBef>
                <a:spcPts val="3400"/>
              </a:spcBef>
              <a:defRPr sz="3461">
                <a:solidFill>
                  <a:srgbClr val="5A5A5A"/>
                </a:solidFill>
                <a:latin typeface="Times Roman"/>
                <a:ea typeface="Times Roman"/>
                <a:cs typeface="Times Roman"/>
                <a:sym typeface="Times Roman"/>
              </a:defRPr>
            </a:pPr>
            <a:r>
              <a:t>Refund policy</a:t>
            </a:r>
          </a:p>
          <a:p>
            <a:pPr defTabSz="457200">
              <a:lnSpc>
                <a:spcPts val="3600"/>
              </a:lnSpc>
              <a:spcBef>
                <a:spcPts val="2200"/>
              </a:spcBef>
              <a:defRPr sz="1500">
                <a:solidFill>
                  <a:srgbClr val="5A5A5A"/>
                </a:solidFill>
                <a:latin typeface="Times Roman"/>
                <a:ea typeface="Times Roman"/>
                <a:cs typeface="Times Roman"/>
                <a:sym typeface="Times Roman"/>
              </a:defRPr>
            </a:pPr>
            <a:r>
              <a:t>We understand how challenging it is to shop online. We acknowledge the difficulties you may have in trusting a new brand. We are here to promise you consistency, great quality and accountability for our products.</a:t>
            </a:r>
          </a:p>
          <a:p>
            <a:pPr algn="l" defTabSz="457200">
              <a:lnSpc>
                <a:spcPts val="3500"/>
              </a:lnSpc>
              <a:spcBef>
                <a:spcPts val="1200"/>
              </a:spcBef>
              <a:defRPr sz="1500" b="0">
                <a:solidFill>
                  <a:srgbClr val="5A5A5A"/>
                </a:solidFill>
                <a:latin typeface="Times Roman"/>
                <a:ea typeface="Times Roman"/>
                <a:cs typeface="Times Roman"/>
                <a:sym typeface="Times Roman"/>
              </a:defRPr>
            </a:pPr>
            <a:r>
              <a:t>If you have received your purchase and would like to return or exchange it, please follow the instructions below and send us an email to support@banumagnifique.com to inform us about it. </a:t>
            </a:r>
          </a:p>
          <a:p>
            <a:pPr algn="l" defTabSz="457200">
              <a:lnSpc>
                <a:spcPts val="3500"/>
              </a:lnSpc>
              <a:spcBef>
                <a:spcPts val="1200"/>
              </a:spcBef>
              <a:defRPr sz="1500" b="0">
                <a:solidFill>
                  <a:srgbClr val="5A5A5A"/>
                </a:solidFill>
                <a:latin typeface="Times Roman"/>
                <a:ea typeface="Times Roman"/>
                <a:cs typeface="Times Roman"/>
                <a:sym typeface="Times Roman"/>
              </a:defRPr>
            </a:pPr>
            <a:r>
              <a:t>You will have 30 days to return your item(s). If 30 days have gone by </a:t>
            </a:r>
            <a:r>
              <a:rPr b="1"/>
              <a:t>since your purchase</a:t>
            </a:r>
            <a:r>
              <a:t>, unfortunately we can’t offer you a refund or exchange. Please note:</a:t>
            </a:r>
          </a:p>
          <a:p>
            <a:pPr marL="457200" indent="-457200" algn="l" defTabSz="457200">
              <a:lnSpc>
                <a:spcPts val="3500"/>
              </a:lnSpc>
              <a:spcBef>
                <a:spcPts val="300"/>
              </a:spcBef>
              <a:tabLst>
                <a:tab pos="139700" algn="l"/>
                <a:tab pos="457200" algn="l"/>
              </a:tabLst>
              <a:defRPr sz="1500" b="0">
                <a:solidFill>
                  <a:srgbClr val="5A5A5A"/>
                </a:solidFill>
                <a:latin typeface="Times Roman"/>
                <a:ea typeface="Times Roman"/>
                <a:cs typeface="Times Roman"/>
                <a:sym typeface="Times Roman"/>
              </a:defRPr>
            </a:pPr>
            <a:r>
              <a:t>	•	To be eligible for a refund or an exchange, your item must be </a:t>
            </a:r>
            <a:r>
              <a:rPr u="sng"/>
              <a:t>unused and in the same condition</a:t>
            </a:r>
            <a:r>
              <a:t> that you received it. It must also be in the original packaging.</a:t>
            </a:r>
          </a:p>
          <a:p>
            <a:pPr marL="457200" indent="-457200" algn="l" defTabSz="457200">
              <a:lnSpc>
                <a:spcPts val="3500"/>
              </a:lnSpc>
              <a:spcBef>
                <a:spcPts val="300"/>
              </a:spcBef>
              <a:tabLst>
                <a:tab pos="139700" algn="l"/>
                <a:tab pos="457200" algn="l"/>
              </a:tabLst>
              <a:defRPr sz="1500" b="0">
                <a:solidFill>
                  <a:srgbClr val="5A5A5A"/>
                </a:solidFill>
                <a:latin typeface="Times Roman"/>
                <a:ea typeface="Times Roman"/>
                <a:cs typeface="Times Roman"/>
                <a:sym typeface="Times Roman"/>
              </a:defRPr>
            </a:pPr>
            <a:r>
              <a:t>	•	To complete your return, we require a receipt or proof of purchase.</a:t>
            </a:r>
          </a:p>
          <a:p>
            <a:pPr marL="457200" indent="-457200" algn="l" defTabSz="457200">
              <a:lnSpc>
                <a:spcPts val="3500"/>
              </a:lnSpc>
              <a:spcBef>
                <a:spcPts val="300"/>
              </a:spcBef>
              <a:tabLst>
                <a:tab pos="139700" algn="l"/>
                <a:tab pos="457200" algn="l"/>
              </a:tabLst>
              <a:defRPr sz="1500" b="0">
                <a:solidFill>
                  <a:srgbClr val="5A5A5A"/>
                </a:solidFill>
                <a:latin typeface="Times Roman"/>
                <a:ea typeface="Times Roman"/>
                <a:cs typeface="Times Roman"/>
                <a:sym typeface="Times Roman"/>
              </a:defRPr>
            </a:pPr>
            <a:r>
              <a:t>	•	You are responsible for paying for your own shipping costs for returning your item(s).</a:t>
            </a:r>
          </a:p>
          <a:p>
            <a:pPr marL="457200" indent="-457200" algn="l" defTabSz="457200">
              <a:lnSpc>
                <a:spcPts val="3500"/>
              </a:lnSpc>
              <a:spcBef>
                <a:spcPts val="300"/>
              </a:spcBef>
              <a:tabLst>
                <a:tab pos="139700" algn="l"/>
                <a:tab pos="457200" algn="l"/>
              </a:tabLst>
              <a:defRPr sz="1500" b="0">
                <a:solidFill>
                  <a:srgbClr val="5A5A5A"/>
                </a:solidFill>
                <a:latin typeface="Times Roman"/>
                <a:ea typeface="Times Roman"/>
                <a:cs typeface="Times Roman"/>
                <a:sym typeface="Times Roman"/>
              </a:defRPr>
            </a:pPr>
            <a:r>
              <a:t>	•	To return your product, you should mail your product to: suite 471 – 1231 Pacific Blvd, Vancouver, BC, V6Z 0E2, Canada.</a:t>
            </a:r>
          </a:p>
          <a:p>
            <a:pPr algn="l" defTabSz="457200">
              <a:lnSpc>
                <a:spcPts val="3500"/>
              </a:lnSpc>
              <a:spcBef>
                <a:spcPts val="1200"/>
              </a:spcBef>
              <a:defRPr sz="1500">
                <a:solidFill>
                  <a:srgbClr val="5A5A5A"/>
                </a:solidFill>
                <a:latin typeface="Times Roman"/>
                <a:ea typeface="Times Roman"/>
                <a:cs typeface="Times Roman"/>
                <a:sym typeface="Times Roman"/>
              </a:defRPr>
            </a:pPr>
            <a:r>
              <a:t>Full Refunds (if applicable)</a:t>
            </a:r>
            <a:endParaRPr b="0"/>
          </a:p>
          <a:p>
            <a:pPr algn="l" defTabSz="457200">
              <a:lnSpc>
                <a:spcPts val="3500"/>
              </a:lnSpc>
              <a:spcBef>
                <a:spcPts val="1200"/>
              </a:spcBef>
              <a:defRPr sz="1500" b="0">
                <a:solidFill>
                  <a:srgbClr val="5A5A5A"/>
                </a:solidFill>
                <a:latin typeface="Times Roman"/>
                <a:ea typeface="Times Roman"/>
                <a:cs typeface="Times Roman"/>
                <a:sym typeface="Times Roman"/>
              </a:defRPr>
            </a:pPr>
            <a:r>
              <a:t>Once your return is received and inspected, we will send you an email to notify you that we have received your returned item. We will also notify you of the approval or rejection of your refund. If you are approved, then your refund will be processed, and a credit will automatically be applied to your credit card or original method of payment, within a certain amount of days.</a:t>
            </a:r>
          </a:p>
          <a:p>
            <a:pPr algn="l" defTabSz="457200">
              <a:lnSpc>
                <a:spcPts val="3500"/>
              </a:lnSpc>
              <a:spcBef>
                <a:spcPts val="1200"/>
              </a:spcBef>
              <a:defRPr sz="1500">
                <a:solidFill>
                  <a:srgbClr val="5A5A5A"/>
                </a:solidFill>
                <a:latin typeface="Times Roman"/>
                <a:ea typeface="Times Roman"/>
                <a:cs typeface="Times Roman"/>
                <a:sym typeface="Times Roman"/>
              </a:defRPr>
            </a:pPr>
            <a:r>
              <a:t>Late or missing refunds (if applicable)</a:t>
            </a:r>
            <a:endParaRPr b="0"/>
          </a:p>
          <a:p>
            <a:pPr algn="l" defTabSz="457200">
              <a:lnSpc>
                <a:spcPts val="3500"/>
              </a:lnSpc>
              <a:spcBef>
                <a:spcPts val="1200"/>
              </a:spcBef>
              <a:defRPr sz="1500" b="0">
                <a:solidFill>
                  <a:srgbClr val="5A5A5A"/>
                </a:solidFill>
                <a:latin typeface="Times Roman"/>
                <a:ea typeface="Times Roman"/>
                <a:cs typeface="Times Roman"/>
                <a:sym typeface="Times Roman"/>
              </a:defRPr>
            </a:pPr>
            <a:r>
              <a:t>If you haven’t received a refund yet, first check your bank account again. Then contact your credit card company, it may take some time before your refund is officially posted. Next contact your bank. There is often some processing time before a refund is posted. </a:t>
            </a:r>
          </a:p>
          <a:p>
            <a:pPr algn="l" defTabSz="457200">
              <a:lnSpc>
                <a:spcPts val="3500"/>
              </a:lnSpc>
              <a:spcBef>
                <a:spcPts val="1200"/>
              </a:spcBef>
              <a:defRPr sz="1500" b="0">
                <a:solidFill>
                  <a:srgbClr val="5A5A5A"/>
                </a:solidFill>
                <a:latin typeface="Times Roman"/>
                <a:ea typeface="Times Roman"/>
                <a:cs typeface="Times Roman"/>
                <a:sym typeface="Times Roman"/>
              </a:defRPr>
            </a:pPr>
            <a:r>
              <a:t>If you’ve done all of this and you still have not received your refund yet, please contact us at support@banumagnifique.com.</a:t>
            </a:r>
          </a:p>
          <a:p>
            <a:pPr algn="l" defTabSz="457200">
              <a:lnSpc>
                <a:spcPts val="3500"/>
              </a:lnSpc>
              <a:spcBef>
                <a:spcPts val="1200"/>
              </a:spcBef>
              <a:defRPr sz="1500">
                <a:solidFill>
                  <a:srgbClr val="5A5A5A"/>
                </a:solidFill>
                <a:latin typeface="Times Roman"/>
                <a:ea typeface="Times Roman"/>
                <a:cs typeface="Times Roman"/>
                <a:sym typeface="Times Roman"/>
              </a:defRPr>
            </a:pPr>
            <a:r>
              <a:t>Exchanges (if applicable)</a:t>
            </a:r>
            <a:endParaRPr b="0"/>
          </a:p>
          <a:p>
            <a:pPr algn="l" defTabSz="457200">
              <a:lnSpc>
                <a:spcPts val="3500"/>
              </a:lnSpc>
              <a:spcBef>
                <a:spcPts val="1200"/>
              </a:spcBef>
              <a:defRPr sz="1500" b="0">
                <a:solidFill>
                  <a:srgbClr val="5A5A5A"/>
                </a:solidFill>
                <a:latin typeface="Times Roman"/>
                <a:ea typeface="Times Roman"/>
                <a:cs typeface="Times Roman"/>
                <a:sym typeface="Times Roman"/>
              </a:defRPr>
            </a:pPr>
            <a:r>
              <a:t>We only replace items if they are defective, damaged, or a wrong size. If you need to exchange it for the same item, send us an email at support@banumagnifique.com and send your item to: suite 471 – 1231 Pacific Blvd, Vancouver, BC, V6Z 0E2, Canada. Please note you are responsible for paying for the shipping costs for returning the item.</a:t>
            </a:r>
          </a:p>
          <a:p>
            <a:pPr algn="l" defTabSz="457200">
              <a:lnSpc>
                <a:spcPts val="3500"/>
              </a:lnSpc>
              <a:spcBef>
                <a:spcPts val="1200"/>
              </a:spcBef>
              <a:defRPr sz="1500">
                <a:solidFill>
                  <a:srgbClr val="5A5A5A"/>
                </a:solidFill>
                <a:latin typeface="Times Roman"/>
                <a:ea typeface="Times Roman"/>
                <a:cs typeface="Times Roman"/>
                <a:sym typeface="Times Roman"/>
              </a:defRPr>
            </a:pPr>
            <a:r>
              <a:t>Shipping Your Items</a:t>
            </a:r>
            <a:endParaRPr b="0"/>
          </a:p>
          <a:p>
            <a:pPr algn="l" defTabSz="457200">
              <a:lnSpc>
                <a:spcPts val="3500"/>
              </a:lnSpc>
              <a:spcBef>
                <a:spcPts val="1200"/>
              </a:spcBef>
              <a:defRPr sz="1500" b="0">
                <a:solidFill>
                  <a:srgbClr val="5A5A5A"/>
                </a:solidFill>
                <a:latin typeface="Times Roman"/>
                <a:ea typeface="Times Roman"/>
                <a:cs typeface="Times Roman"/>
                <a:sym typeface="Times Roman"/>
              </a:defRPr>
            </a:pPr>
            <a:r>
              <a:t>To return your product, you should mail it to: suite 471 – 1231 Pacific Blvd, Vancouver, BC, V6Z 0E2, Canada.</a:t>
            </a:r>
          </a:p>
          <a:p>
            <a:pPr algn="l" defTabSz="457200">
              <a:lnSpc>
                <a:spcPts val="3500"/>
              </a:lnSpc>
              <a:spcBef>
                <a:spcPts val="1200"/>
              </a:spcBef>
              <a:defRPr sz="1500" b="0">
                <a:solidFill>
                  <a:srgbClr val="5A5A5A"/>
                </a:solidFill>
                <a:latin typeface="Times Roman"/>
                <a:ea typeface="Times Roman"/>
                <a:cs typeface="Times Roman"/>
                <a:sym typeface="Times Roman"/>
              </a:defRPr>
            </a:pPr>
            <a:r>
              <a:t>Depending on where you live, the time it may take for your exchanged product to reach you, may vary.</a:t>
            </a:r>
          </a:p>
          <a:p>
            <a:pPr algn="l" defTabSz="457200">
              <a:lnSpc>
                <a:spcPts val="3500"/>
              </a:lnSpc>
              <a:defRPr sz="1500" b="0">
                <a:solidFill>
                  <a:srgbClr val="5A5A5A"/>
                </a:solidFill>
                <a:latin typeface="Times Roman"/>
                <a:ea typeface="Times Roman"/>
                <a:cs typeface="Times Roman"/>
                <a:sym typeface="Times Roman"/>
              </a:defRPr>
            </a:pPr>
            <a:r>
              <a:t>If you are shipping an item over $75, you should consider using a trackable shipping service or purchasing shipping insurance. We don’t guarantee that we will receive your returned item.</a:t>
            </a:r>
          </a:p>
        </p:txBody>
      </p:sp>
    </p:spTree>
  </p:cSld>
  <p:clrMapOvr>
    <a:masterClrMapping/>
  </p:clrMapOvr>
  <p:transition spd="med"/>
</p:sld>
</file>

<file path=ppt/theme/theme1.xml><?xml version="1.0" encoding="utf-8"?>
<a:theme xmlns:a="http://schemas.openxmlformats.org/drawingml/2006/main"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0000FF"/>
      </a:hlink>
      <a:folHlink>
        <a:srgbClr val="FF00FF"/>
      </a:folHlink>
    </a:clrScheme>
    <a:fontScheme name="Black">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Off val="13529"/>
          </a:schemeClr>
        </a:solidFill>
        <a:ln w="3175"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1673489"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1673489" rtl="0" fontAlgn="auto" latinLnBrk="0" hangingPunct="0">
          <a:lnSpc>
            <a:spcPct val="100000"/>
          </a:lnSpc>
          <a:spcBef>
            <a:spcPts val="0"/>
          </a:spcBef>
          <a:spcAft>
            <a:spcPts val="0"/>
          </a:spcAft>
          <a:buClrTx/>
          <a:buSzTx/>
          <a:buFontTx/>
          <a:buNone/>
          <a:tabLst/>
          <a:defRPr kumimoji="0" sz="6800" b="1" i="0" u="none" strike="noStrike" cap="none" spc="0" normalizeH="0" baseline="0">
            <a:ln>
              <a:noFill/>
            </a:ln>
            <a:solidFill>
              <a:srgbClr val="FFFFFF"/>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0000FF"/>
      </a:hlink>
      <a:folHlink>
        <a:srgbClr val="FF00FF"/>
      </a:folHlink>
    </a:clrScheme>
    <a:fontScheme name="Black">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Off val="13529"/>
          </a:schemeClr>
        </a:solidFill>
        <a:ln w="3175"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1673489"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1673489" rtl="0" fontAlgn="auto" latinLnBrk="0" hangingPunct="0">
          <a:lnSpc>
            <a:spcPct val="100000"/>
          </a:lnSpc>
          <a:spcBef>
            <a:spcPts val="0"/>
          </a:spcBef>
          <a:spcAft>
            <a:spcPts val="0"/>
          </a:spcAft>
          <a:buClrTx/>
          <a:buSzTx/>
          <a:buFontTx/>
          <a:buNone/>
          <a:tabLst/>
          <a:defRPr kumimoji="0" sz="6800" b="1" i="0" u="none" strike="noStrike" cap="none" spc="0" normalizeH="0" baseline="0">
            <a:ln>
              <a:noFill/>
            </a:ln>
            <a:solidFill>
              <a:srgbClr val="FFFFFF"/>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7134</TotalTime>
  <Words>833</Words>
  <Application>Microsoft Macintosh PowerPoint</Application>
  <PresentationFormat>Custom</PresentationFormat>
  <Paragraphs>118</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Helvetica</vt:lpstr>
      <vt:lpstr>Helvetica Neue</vt:lpstr>
      <vt:lpstr>Helvetica Neue Light</vt:lpstr>
      <vt:lpstr>Helvetica Neue Medium</vt:lpstr>
      <vt:lpstr>Times Roman</vt:lpstr>
      <vt:lpstr>Black</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15.0036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Soheil Kianzad</cp:lastModifiedBy>
  <cp:revision>6</cp:revision>
  <dcterms:modified xsi:type="dcterms:W3CDTF">2022-11-11T11:46:13Z</dcterms:modified>
</cp:coreProperties>
</file>